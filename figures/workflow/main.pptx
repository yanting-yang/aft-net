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15544800" cy="10131425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16"/>
    <p:restoredTop sz="95078" autoAdjust="0"/>
  </p:normalViewPr>
  <p:slideViewPr>
    <p:cSldViewPr snapToGrid="0">
      <p:cViewPr>
        <p:scale>
          <a:sx n="111" d="100"/>
          <a:sy n="111" d="100"/>
        </p:scale>
        <p:origin x="1296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798724" y="685800"/>
            <a:ext cx="52611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75c3c6460d_0_3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798513" y="685800"/>
            <a:ext cx="52609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75c3c6460d_0_3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529904" y="1466647"/>
            <a:ext cx="14484900" cy="4043100"/>
          </a:xfrm>
          <a:prstGeom prst="rect">
            <a:avLst/>
          </a:prstGeom>
        </p:spPr>
        <p:txBody>
          <a:bodyPr spcFirstLastPara="1" wrap="square" lIns="116525" tIns="116525" rIns="116525" bIns="116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1pPr>
            <a:lvl2pPr lvl="1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2pPr>
            <a:lvl3pPr lvl="2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3pPr>
            <a:lvl4pPr lvl="3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4pPr>
            <a:lvl5pPr lvl="4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5pPr>
            <a:lvl6pPr lvl="5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6pPr>
            <a:lvl7pPr lvl="6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7pPr>
            <a:lvl8pPr lvl="7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8pPr>
            <a:lvl9pPr lvl="8" algn="ctr">
              <a:spcBef>
                <a:spcPts val="0"/>
              </a:spcBef>
              <a:spcAft>
                <a:spcPts val="0"/>
              </a:spcAft>
              <a:buSzPts val="6700"/>
              <a:buNone/>
              <a:defRPr sz="6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29890" y="5582595"/>
            <a:ext cx="14484900" cy="15612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29890" y="4236696"/>
            <a:ext cx="14484900" cy="16581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29890" y="876600"/>
            <a:ext cx="14484900" cy="11280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529890" y="2270119"/>
            <a:ext cx="14484900" cy="67296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529890" y="876600"/>
            <a:ext cx="14484900" cy="11280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529890" y="2270119"/>
            <a:ext cx="6799800" cy="67296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8215080" y="2270119"/>
            <a:ext cx="6799800" cy="67296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529890" y="876600"/>
            <a:ext cx="14484900" cy="11280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529890" y="1094408"/>
            <a:ext cx="4773600" cy="1488600"/>
          </a:xfrm>
          <a:prstGeom prst="rect">
            <a:avLst/>
          </a:prstGeom>
        </p:spPr>
        <p:txBody>
          <a:bodyPr spcFirstLastPara="1" wrap="square" lIns="116525" tIns="116525" rIns="116525" bIns="1165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529890" y="2737203"/>
            <a:ext cx="4773600" cy="62628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833425" y="886695"/>
            <a:ext cx="10825500" cy="80580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1pPr>
            <a:lvl2pPr lvl="1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2pPr>
            <a:lvl3pPr lvl="2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3pPr>
            <a:lvl4pPr lvl="3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4pPr>
            <a:lvl5pPr lvl="4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5pPr>
            <a:lvl6pPr lvl="5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6pPr>
            <a:lvl7pPr lvl="6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7pPr>
            <a:lvl8pPr lvl="7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8pPr>
            <a:lvl9pPr lvl="8">
              <a:spcBef>
                <a:spcPts val="0"/>
              </a:spcBef>
              <a:spcAft>
                <a:spcPts val="0"/>
              </a:spcAft>
              <a:buSzPts val="6100"/>
              <a:buNone/>
              <a:defRPr sz="61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7772400" y="-246"/>
            <a:ext cx="7772400" cy="10131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16525" tIns="116525" rIns="116525" bIns="1165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451350" y="2429080"/>
            <a:ext cx="6876600" cy="2919600"/>
          </a:xfrm>
          <a:prstGeom prst="rect">
            <a:avLst/>
          </a:prstGeom>
        </p:spPr>
        <p:txBody>
          <a:bodyPr spcFirstLastPara="1" wrap="square" lIns="116525" tIns="116525" rIns="116525" bIns="116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451350" y="5521434"/>
            <a:ext cx="6876600" cy="24327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8397150" y="1426267"/>
            <a:ext cx="6522900" cy="72786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marL="457200" lvl="0" indent="-374650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529890" y="8333291"/>
            <a:ext cx="10197900" cy="11919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529890" y="2178820"/>
            <a:ext cx="14484900" cy="3867900"/>
          </a:xfrm>
          <a:prstGeom prst="rect">
            <a:avLst/>
          </a:prstGeom>
        </p:spPr>
        <p:txBody>
          <a:bodyPr spcFirstLastPara="1" wrap="square" lIns="116525" tIns="116525" rIns="116525" bIns="1165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2pPr>
            <a:lvl3pPr lvl="2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3pPr>
            <a:lvl4pPr lvl="3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4pPr>
            <a:lvl5pPr lvl="4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5pPr>
            <a:lvl6pPr lvl="5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6pPr>
            <a:lvl7pPr lvl="6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7pPr>
            <a:lvl8pPr lvl="7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8pPr>
            <a:lvl9pPr lvl="8" algn="ctr">
              <a:spcBef>
                <a:spcPts val="0"/>
              </a:spcBef>
              <a:spcAft>
                <a:spcPts val="0"/>
              </a:spcAft>
              <a:buSzPts val="15300"/>
              <a:buNone/>
              <a:defRPr sz="153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529890" y="6209182"/>
            <a:ext cx="14484900" cy="2562300"/>
          </a:xfrm>
          <a:prstGeom prst="rect">
            <a:avLst/>
          </a:prstGeom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74650" algn="ctr">
              <a:spcBef>
                <a:spcPts val="0"/>
              </a:spcBef>
              <a:spcAft>
                <a:spcPts val="0"/>
              </a:spcAft>
              <a:buSzPts val="2300"/>
              <a:buChar char="●"/>
              <a:defRPr/>
            </a:lvl1pPr>
            <a:lvl2pPr marL="914400" lvl="1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3pPr>
            <a:lvl4pPr marL="1828800" lvl="3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algn="ctr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29890" y="876600"/>
            <a:ext cx="14484900" cy="1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525" tIns="116525" rIns="116525" bIns="1165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None/>
              <a:defRPr sz="35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29890" y="2270119"/>
            <a:ext cx="14484900" cy="67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525" tIns="116525" rIns="116525" bIns="116525" anchor="t" anchorCtr="0">
            <a:normAutofit/>
          </a:bodyPr>
          <a:lstStyle>
            <a:lvl1pPr marL="457200" lvl="0" indent="-3746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Char char="●"/>
              <a:defRPr sz="2300">
                <a:solidFill>
                  <a:schemeClr val="dk2"/>
                </a:solidFill>
              </a:defRPr>
            </a:lvl1pPr>
            <a:lvl2pPr marL="914400" lvl="1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2pPr>
            <a:lvl3pPr marL="1371600" lvl="2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3pPr>
            <a:lvl4pPr marL="1828800" lvl="3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marL="2286000" lvl="4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marL="2743200" lvl="5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marL="3200400" lvl="6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marL="3657600" lvl="7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marL="4114800" lvl="8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4403178" y="9185499"/>
            <a:ext cx="932700" cy="7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525" tIns="116525" rIns="116525" bIns="116525" anchor="ctr" anchorCtr="0">
            <a:norm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/>
          <p:nvPr/>
        </p:nvSpPr>
        <p:spPr>
          <a:xfrm>
            <a:off x="0" y="246888"/>
            <a:ext cx="4846200" cy="2286000"/>
          </a:xfrm>
          <a:prstGeom prst="roundRect">
            <a:avLst>
              <a:gd name="adj" fmla="val 8174"/>
            </a:avLst>
          </a:prstGeom>
          <a:solidFill>
            <a:srgbClr val="DDEA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3"/>
          <p:cNvSpPr/>
          <p:nvPr/>
        </p:nvSpPr>
        <p:spPr>
          <a:xfrm>
            <a:off x="466344" y="1277304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3"/>
          <p:cNvSpPr/>
          <p:nvPr/>
        </p:nvSpPr>
        <p:spPr>
          <a:xfrm>
            <a:off x="466344" y="308041"/>
            <a:ext cx="9417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9" name="Google Shape;79;p13"/>
          <p:cNvGrpSpPr/>
          <p:nvPr/>
        </p:nvGrpSpPr>
        <p:grpSpPr>
          <a:xfrm>
            <a:off x="1435608" y="1172275"/>
            <a:ext cx="170400" cy="170400"/>
            <a:chOff x="1800487" y="1838130"/>
            <a:chExt cx="170400" cy="170400"/>
          </a:xfrm>
        </p:grpSpPr>
        <p:sp>
          <p:nvSpPr>
            <p:cNvPr id="80" name="Google Shape;80;p13"/>
            <p:cNvSpPr/>
            <p:nvPr/>
          </p:nvSpPr>
          <p:spPr>
            <a:xfrm>
              <a:off x="1800487" y="1838130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1" name="Google Shape;81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17265" y="1854901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2" name="Google Shape;82;p13"/>
          <p:cNvGrpSpPr/>
          <p:nvPr/>
        </p:nvGrpSpPr>
        <p:grpSpPr>
          <a:xfrm>
            <a:off x="1435608" y="1463040"/>
            <a:ext cx="170400" cy="170400"/>
            <a:chOff x="1799919" y="2360007"/>
            <a:chExt cx="170400" cy="170400"/>
          </a:xfrm>
        </p:grpSpPr>
        <p:sp>
          <p:nvSpPr>
            <p:cNvPr id="83" name="Google Shape;83;p13"/>
            <p:cNvSpPr/>
            <p:nvPr/>
          </p:nvSpPr>
          <p:spPr>
            <a:xfrm>
              <a:off x="1799919" y="2360007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84" name="Google Shape;84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825680" y="2397653"/>
              <a:ext cx="118878" cy="95108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5" name="Google Shape;85;p13"/>
          <p:cNvCxnSpPr>
            <a:stCxn id="80" idx="6"/>
            <a:endCxn id="86" idx="1"/>
          </p:cNvCxnSpPr>
          <p:nvPr/>
        </p:nvCxnSpPr>
        <p:spPr>
          <a:xfrm>
            <a:off x="1606008" y="1257475"/>
            <a:ext cx="2367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87" name="Google Shape;87;p13"/>
          <p:cNvSpPr/>
          <p:nvPr/>
        </p:nvSpPr>
        <p:spPr>
          <a:xfrm>
            <a:off x="2778573" y="308716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4213123" y="1181269"/>
            <a:ext cx="457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RSS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13"/>
          <p:cNvCxnSpPr>
            <a:stCxn id="86" idx="3"/>
            <a:endCxn id="87" idx="1"/>
          </p:cNvCxnSpPr>
          <p:nvPr/>
        </p:nvCxnSpPr>
        <p:spPr>
          <a:xfrm rot="10800000" flipH="1">
            <a:off x="2537637" y="779563"/>
            <a:ext cx="240900" cy="477900"/>
          </a:xfrm>
          <a:prstGeom prst="bentConnector3">
            <a:avLst>
              <a:gd name="adj1" fmla="val 50007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0" name="Google Shape;90;p13"/>
          <p:cNvCxnSpPr>
            <a:stCxn id="86" idx="3"/>
            <a:endCxn id="91" idx="1"/>
          </p:cNvCxnSpPr>
          <p:nvPr/>
        </p:nvCxnSpPr>
        <p:spPr>
          <a:xfrm>
            <a:off x="2537637" y="1257463"/>
            <a:ext cx="241500" cy="489900"/>
          </a:xfrm>
          <a:prstGeom prst="bentConnector3">
            <a:avLst>
              <a:gd name="adj1" fmla="val 50002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2" name="Google Shape;92;p13"/>
          <p:cNvGrpSpPr/>
          <p:nvPr/>
        </p:nvGrpSpPr>
        <p:grpSpPr>
          <a:xfrm>
            <a:off x="3744789" y="1179421"/>
            <a:ext cx="170400" cy="170400"/>
            <a:chOff x="4604907" y="1815858"/>
            <a:chExt cx="170400" cy="170400"/>
          </a:xfrm>
        </p:grpSpPr>
        <p:sp>
          <p:nvSpPr>
            <p:cNvPr id="93" name="Google Shape;93;p13"/>
            <p:cNvSpPr/>
            <p:nvPr/>
          </p:nvSpPr>
          <p:spPr>
            <a:xfrm>
              <a:off x="4604907" y="1815858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4" name="Google Shape;94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21661" y="1832629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" name="Google Shape;95;p13"/>
          <p:cNvGrpSpPr/>
          <p:nvPr/>
        </p:nvGrpSpPr>
        <p:grpSpPr>
          <a:xfrm>
            <a:off x="3744789" y="1463040"/>
            <a:ext cx="170400" cy="170400"/>
            <a:chOff x="4604907" y="2368859"/>
            <a:chExt cx="170400" cy="170400"/>
          </a:xfrm>
        </p:grpSpPr>
        <p:sp>
          <p:nvSpPr>
            <p:cNvPr id="96" name="Google Shape;96;p13"/>
            <p:cNvSpPr/>
            <p:nvPr/>
          </p:nvSpPr>
          <p:spPr>
            <a:xfrm>
              <a:off x="4604907" y="2368859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" name="Google Shape;97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30671" y="2410473"/>
              <a:ext cx="118872" cy="8717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8" name="Google Shape;98;p13"/>
          <p:cNvCxnSpPr>
            <a:stCxn id="87" idx="3"/>
            <a:endCxn id="93" idx="0"/>
          </p:cNvCxnSpPr>
          <p:nvPr/>
        </p:nvCxnSpPr>
        <p:spPr>
          <a:xfrm>
            <a:off x="3722973" y="779565"/>
            <a:ext cx="107100" cy="399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9" name="Google Shape;99;p13"/>
          <p:cNvCxnSpPr>
            <a:stCxn id="96" idx="0"/>
            <a:endCxn id="93" idx="4"/>
          </p:cNvCxnSpPr>
          <p:nvPr/>
        </p:nvCxnSpPr>
        <p:spPr>
          <a:xfrm rot="10800000">
            <a:off x="3829989" y="1349940"/>
            <a:ext cx="0" cy="1131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00" name="Google Shape;100;p13"/>
          <p:cNvSpPr/>
          <p:nvPr/>
        </p:nvSpPr>
        <p:spPr>
          <a:xfrm>
            <a:off x="1420160" y="2300239"/>
            <a:ext cx="511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I</a:t>
            </a:r>
            <a:r>
              <a:rPr lang="en"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2137287" y="2300235"/>
            <a:ext cx="5121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/>
              <a:t>MSE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" name="Google Shape;102;p13"/>
          <p:cNvCxnSpPr>
            <a:stCxn id="93" idx="6"/>
            <a:endCxn id="88" idx="1"/>
          </p:cNvCxnSpPr>
          <p:nvPr/>
        </p:nvCxnSpPr>
        <p:spPr>
          <a:xfrm>
            <a:off x="3915189" y="1264621"/>
            <a:ext cx="297934" cy="1848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3" name="Google Shape;103;p13"/>
          <p:cNvCxnSpPr>
            <a:stCxn id="62" idx="3"/>
            <a:endCxn id="80" idx="0"/>
          </p:cNvCxnSpPr>
          <p:nvPr/>
        </p:nvCxnSpPr>
        <p:spPr>
          <a:xfrm>
            <a:off x="1408044" y="778890"/>
            <a:ext cx="112800" cy="3933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4" name="Google Shape;104;p13"/>
          <p:cNvCxnSpPr>
            <a:stCxn id="83" idx="0"/>
            <a:endCxn id="80" idx="4"/>
          </p:cNvCxnSpPr>
          <p:nvPr/>
        </p:nvCxnSpPr>
        <p:spPr>
          <a:xfrm rot="10800000">
            <a:off x="1520808" y="1342740"/>
            <a:ext cx="0" cy="120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7" name="Google Shape;107;p13"/>
          <p:cNvCxnSpPr>
            <a:stCxn id="93" idx="6"/>
            <a:endCxn id="101" idx="3"/>
          </p:cNvCxnSpPr>
          <p:nvPr/>
        </p:nvCxnSpPr>
        <p:spPr>
          <a:xfrm flipH="1">
            <a:off x="2649489" y="1264621"/>
            <a:ext cx="1265700" cy="1120800"/>
          </a:xfrm>
          <a:prstGeom prst="bentConnector3">
            <a:avLst>
              <a:gd name="adj1" fmla="val -373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8" name="Google Shape;108;p13"/>
          <p:cNvCxnSpPr>
            <a:stCxn id="100" idx="3"/>
            <a:endCxn id="101" idx="1"/>
          </p:cNvCxnSpPr>
          <p:nvPr/>
        </p:nvCxnSpPr>
        <p:spPr>
          <a:xfrm flipV="1">
            <a:off x="1931360" y="2385435"/>
            <a:ext cx="205927" cy="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9" name="Google Shape;109;p13"/>
          <p:cNvCxnSpPr>
            <a:stCxn id="80" idx="6"/>
            <a:endCxn id="100" idx="0"/>
          </p:cNvCxnSpPr>
          <p:nvPr/>
        </p:nvCxnSpPr>
        <p:spPr>
          <a:xfrm>
            <a:off x="1606008" y="1257475"/>
            <a:ext cx="69752" cy="1042764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10" name="Google Shape;110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538" y="1038048"/>
            <a:ext cx="457201" cy="457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" name="Google Shape;111;p13"/>
          <p:cNvGrpSpPr/>
          <p:nvPr/>
        </p:nvGrpSpPr>
        <p:grpSpPr>
          <a:xfrm>
            <a:off x="252730" y="2300270"/>
            <a:ext cx="630102" cy="173700"/>
            <a:chOff x="162493" y="2966120"/>
            <a:chExt cx="630102" cy="173700"/>
          </a:xfrm>
        </p:grpSpPr>
        <p:sp>
          <p:nvSpPr>
            <p:cNvPr id="112" name="Google Shape;112;p13"/>
            <p:cNvSpPr/>
            <p:nvPr/>
          </p:nvSpPr>
          <p:spPr>
            <a:xfrm>
              <a:off x="162493" y="2966393"/>
              <a:ext cx="170400" cy="170400"/>
            </a:xfrm>
            <a:prstGeom prst="rect">
              <a:avLst/>
            </a:prstGeom>
            <a:solidFill>
              <a:srgbClr val="F7CAAC"/>
            </a:solidFill>
            <a:ln w="127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3"/>
            <p:cNvSpPr txBox="1"/>
            <p:nvPr/>
          </p:nvSpPr>
          <p:spPr>
            <a:xfrm>
              <a:off x="281395" y="2966120"/>
              <a:ext cx="5112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13"/>
          <p:cNvSpPr/>
          <p:nvPr/>
        </p:nvSpPr>
        <p:spPr>
          <a:xfrm>
            <a:off x="0" y="2902"/>
            <a:ext cx="4846200" cy="2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MRI Reconstruction</a:t>
            </a:r>
            <a:endParaRPr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12872" y="548909"/>
            <a:ext cx="512083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N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13940" y="1719688"/>
            <a:ext cx="509948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N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ch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1842837" y="1010563"/>
            <a:ext cx="694800" cy="493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1861887" y="1029319"/>
            <a:ext cx="6585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2105937" y="1199724"/>
            <a:ext cx="170400" cy="170400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0" name="Google Shape;120;p13"/>
          <p:cNvGrpSpPr/>
          <p:nvPr/>
        </p:nvGrpSpPr>
        <p:grpSpPr>
          <a:xfrm>
            <a:off x="2810787" y="340010"/>
            <a:ext cx="879927" cy="879111"/>
            <a:chOff x="6508425" y="1271016"/>
            <a:chExt cx="879927" cy="879111"/>
          </a:xfrm>
        </p:grpSpPr>
        <p:pic>
          <p:nvPicPr>
            <p:cNvPr id="121" name="Google Shape;121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47688" y="1271016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2" name="Google Shape;12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01968" y="1316736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3" name="Google Shape;12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56248" y="1359338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4" name="Google Shape;124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6508425" y="1409463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25" name="Google Shape;125;p13"/>
          <p:cNvGrpSpPr/>
          <p:nvPr/>
        </p:nvGrpSpPr>
        <p:grpSpPr>
          <a:xfrm>
            <a:off x="2812420" y="1308579"/>
            <a:ext cx="877824" cy="877812"/>
            <a:chOff x="6675120" y="777240"/>
            <a:chExt cx="877824" cy="877812"/>
          </a:xfrm>
        </p:grpSpPr>
        <p:pic>
          <p:nvPicPr>
            <p:cNvPr id="126" name="Google Shape;126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812280" y="77724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7" name="Google Shape;127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66560" y="82296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8" name="Google Shape;12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20840" y="8686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29" name="Google Shape;129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6675120" y="914388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pic>
        <p:nvPicPr>
          <p:cNvPr id="106" name="Google Shape;106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 flipH="1">
            <a:off x="4071391" y="1504365"/>
            <a:ext cx="740664" cy="740664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30" name="Google Shape;130;p13"/>
          <p:cNvSpPr/>
          <p:nvPr/>
        </p:nvSpPr>
        <p:spPr>
          <a:xfrm>
            <a:off x="4892037" y="246888"/>
            <a:ext cx="5303400" cy="2286000"/>
          </a:xfrm>
          <a:prstGeom prst="roundRect">
            <a:avLst>
              <a:gd name="adj" fmla="val 8174"/>
            </a:avLst>
          </a:prstGeom>
          <a:solidFill>
            <a:srgbClr val="E1EF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8215092" y="1280490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4892040" y="2903"/>
            <a:ext cx="5303400" cy="260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dirty="0"/>
              <a:t>MRI Accelerated </a:t>
            </a:r>
            <a:r>
              <a:rPr lang="en" sz="13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Reconstruction</a:t>
            </a:r>
            <a:endParaRPr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3" name="Google Shape;133;p13"/>
          <p:cNvGrpSpPr/>
          <p:nvPr/>
        </p:nvGrpSpPr>
        <p:grpSpPr>
          <a:xfrm>
            <a:off x="6327648" y="1172107"/>
            <a:ext cx="170400" cy="170400"/>
            <a:chOff x="8150945" y="1864474"/>
            <a:chExt cx="170400" cy="170400"/>
          </a:xfrm>
        </p:grpSpPr>
        <p:sp>
          <p:nvSpPr>
            <p:cNvPr id="134" name="Google Shape;134;p13"/>
            <p:cNvSpPr/>
            <p:nvPr/>
          </p:nvSpPr>
          <p:spPr>
            <a:xfrm>
              <a:off x="8150945" y="1864474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5" name="Google Shape;135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67699" y="1881246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6" name="Google Shape;136;p13"/>
          <p:cNvGrpSpPr/>
          <p:nvPr/>
        </p:nvGrpSpPr>
        <p:grpSpPr>
          <a:xfrm>
            <a:off x="6327648" y="1463040"/>
            <a:ext cx="170400" cy="170400"/>
            <a:chOff x="8160921" y="2350320"/>
            <a:chExt cx="170400" cy="170400"/>
          </a:xfrm>
        </p:grpSpPr>
        <p:sp>
          <p:nvSpPr>
            <p:cNvPr id="137" name="Google Shape;137;p13"/>
            <p:cNvSpPr/>
            <p:nvPr/>
          </p:nvSpPr>
          <p:spPr>
            <a:xfrm>
              <a:off x="8160921" y="2350320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8" name="Google Shape;138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86685" y="2386375"/>
              <a:ext cx="118872" cy="9828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9" name="Google Shape;139;p13"/>
          <p:cNvCxnSpPr>
            <a:stCxn id="134" idx="6"/>
            <a:endCxn id="140" idx="1"/>
          </p:cNvCxnSpPr>
          <p:nvPr/>
        </p:nvCxnSpPr>
        <p:spPr>
          <a:xfrm>
            <a:off x="6498048" y="1257307"/>
            <a:ext cx="2466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1" name="Google Shape;141;p13"/>
          <p:cNvSpPr/>
          <p:nvPr/>
        </p:nvSpPr>
        <p:spPr>
          <a:xfrm>
            <a:off x="6357888" y="1992019"/>
            <a:ext cx="457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I</a:t>
            </a: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8482045" y="2296819"/>
            <a:ext cx="457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MSE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" name="Google Shape;143;p13"/>
          <p:cNvCxnSpPr>
            <a:stCxn id="137" idx="0"/>
            <a:endCxn id="134" idx="4"/>
          </p:cNvCxnSpPr>
          <p:nvPr/>
        </p:nvCxnSpPr>
        <p:spPr>
          <a:xfrm rot="10800000">
            <a:off x="6412848" y="1342440"/>
            <a:ext cx="0" cy="12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46" name="Google Shape;146;p13"/>
          <p:cNvCxnSpPr>
            <a:stCxn id="134" idx="6"/>
            <a:endCxn id="141" idx="0"/>
          </p:cNvCxnSpPr>
          <p:nvPr/>
        </p:nvCxnSpPr>
        <p:spPr>
          <a:xfrm>
            <a:off x="6498048" y="1257307"/>
            <a:ext cx="88440" cy="734712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47" name="Google Shape;147;p13"/>
          <p:cNvGrpSpPr/>
          <p:nvPr/>
        </p:nvGrpSpPr>
        <p:grpSpPr>
          <a:xfrm>
            <a:off x="5662549" y="2296819"/>
            <a:ext cx="734398" cy="173700"/>
            <a:chOff x="7043473" y="2954212"/>
            <a:chExt cx="734398" cy="173700"/>
          </a:xfrm>
        </p:grpSpPr>
        <p:sp>
          <p:nvSpPr>
            <p:cNvPr id="148" name="Google Shape;148;p13"/>
            <p:cNvSpPr/>
            <p:nvPr/>
          </p:nvSpPr>
          <p:spPr>
            <a:xfrm>
              <a:off x="7043473" y="2955849"/>
              <a:ext cx="170400" cy="170400"/>
            </a:xfrm>
            <a:prstGeom prst="rect">
              <a:avLst/>
            </a:prstGeom>
            <a:solidFill>
              <a:srgbClr val="BBD6EE"/>
            </a:solidFill>
            <a:ln w="12700" cap="flat" cmpd="sng">
              <a:solidFill>
                <a:srgbClr val="9CC2E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3"/>
            <p:cNvSpPr txBox="1"/>
            <p:nvPr/>
          </p:nvSpPr>
          <p:spPr>
            <a:xfrm>
              <a:off x="7137671" y="2954212"/>
              <a:ext cx="6402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CUNet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" name="Google Shape;150;p13"/>
          <p:cNvGrpSpPr/>
          <p:nvPr/>
        </p:nvGrpSpPr>
        <p:grpSpPr>
          <a:xfrm>
            <a:off x="5095621" y="2296819"/>
            <a:ext cx="630102" cy="173700"/>
            <a:chOff x="162493" y="2966120"/>
            <a:chExt cx="630102" cy="173700"/>
          </a:xfrm>
        </p:grpSpPr>
        <p:sp>
          <p:nvSpPr>
            <p:cNvPr id="151" name="Google Shape;151;p13"/>
            <p:cNvSpPr/>
            <p:nvPr/>
          </p:nvSpPr>
          <p:spPr>
            <a:xfrm>
              <a:off x="162493" y="2966393"/>
              <a:ext cx="170400" cy="170400"/>
            </a:xfrm>
            <a:prstGeom prst="rect">
              <a:avLst/>
            </a:prstGeom>
            <a:solidFill>
              <a:srgbClr val="F7CAAC"/>
            </a:solidFill>
            <a:ln w="127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3"/>
            <p:cNvSpPr txBox="1"/>
            <p:nvPr/>
          </p:nvSpPr>
          <p:spPr>
            <a:xfrm>
              <a:off x="281395" y="2966120"/>
              <a:ext cx="5112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3" name="Google Shape;153;p13"/>
          <p:cNvSpPr/>
          <p:nvPr/>
        </p:nvSpPr>
        <p:spPr>
          <a:xfrm>
            <a:off x="8214517" y="312571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4" name="Google Shape;154;p13"/>
          <p:cNvCxnSpPr>
            <a:stCxn id="155" idx="3"/>
            <a:endCxn id="153" idx="1"/>
          </p:cNvCxnSpPr>
          <p:nvPr/>
        </p:nvCxnSpPr>
        <p:spPr>
          <a:xfrm rot="10800000" flipH="1">
            <a:off x="7974675" y="783325"/>
            <a:ext cx="239700" cy="474000"/>
          </a:xfrm>
          <a:prstGeom prst="bentConnector3">
            <a:avLst>
              <a:gd name="adj1" fmla="val 5003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13"/>
          <p:cNvCxnSpPr>
            <a:stCxn id="155" idx="3"/>
            <a:endCxn id="131" idx="1"/>
          </p:cNvCxnSpPr>
          <p:nvPr/>
        </p:nvCxnSpPr>
        <p:spPr>
          <a:xfrm>
            <a:off x="7974675" y="1257325"/>
            <a:ext cx="240300" cy="494100"/>
          </a:xfrm>
          <a:prstGeom prst="bentConnector3">
            <a:avLst>
              <a:gd name="adj1" fmla="val 50024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57" name="Google Shape;157;p13"/>
          <p:cNvGrpSpPr/>
          <p:nvPr/>
        </p:nvGrpSpPr>
        <p:grpSpPr>
          <a:xfrm>
            <a:off x="9189720" y="1181251"/>
            <a:ext cx="170400" cy="170400"/>
            <a:chOff x="4604907" y="1815858"/>
            <a:chExt cx="170400" cy="170400"/>
          </a:xfrm>
        </p:grpSpPr>
        <p:sp>
          <p:nvSpPr>
            <p:cNvPr id="158" name="Google Shape;158;p13"/>
            <p:cNvSpPr/>
            <p:nvPr/>
          </p:nvSpPr>
          <p:spPr>
            <a:xfrm>
              <a:off x="4604907" y="1815858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9" name="Google Shape;159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21661" y="1832629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" name="Google Shape;160;p13"/>
          <p:cNvGrpSpPr/>
          <p:nvPr/>
        </p:nvGrpSpPr>
        <p:grpSpPr>
          <a:xfrm>
            <a:off x="9189720" y="1472184"/>
            <a:ext cx="170400" cy="170400"/>
            <a:chOff x="4604907" y="2368859"/>
            <a:chExt cx="170400" cy="170400"/>
          </a:xfrm>
        </p:grpSpPr>
        <p:sp>
          <p:nvSpPr>
            <p:cNvPr id="161" name="Google Shape;161;p13"/>
            <p:cNvSpPr/>
            <p:nvPr/>
          </p:nvSpPr>
          <p:spPr>
            <a:xfrm>
              <a:off x="4604907" y="2368859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2" name="Google Shape;162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30671" y="2410473"/>
              <a:ext cx="118872" cy="8717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63" name="Google Shape;163;p13"/>
          <p:cNvCxnSpPr>
            <a:stCxn id="153" idx="3"/>
            <a:endCxn id="158" idx="0"/>
          </p:cNvCxnSpPr>
          <p:nvPr/>
        </p:nvCxnSpPr>
        <p:spPr>
          <a:xfrm>
            <a:off x="9158917" y="783421"/>
            <a:ext cx="116100" cy="397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64" name="Google Shape;164;p13"/>
          <p:cNvCxnSpPr>
            <a:stCxn id="161" idx="0"/>
            <a:endCxn id="158" idx="4"/>
          </p:cNvCxnSpPr>
          <p:nvPr/>
        </p:nvCxnSpPr>
        <p:spPr>
          <a:xfrm rot="10800000">
            <a:off x="9274920" y="1351584"/>
            <a:ext cx="0" cy="12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40" name="Google Shape;140;p13"/>
          <p:cNvSpPr/>
          <p:nvPr/>
        </p:nvSpPr>
        <p:spPr>
          <a:xfrm>
            <a:off x="6744589" y="1172118"/>
            <a:ext cx="170400" cy="170400"/>
          </a:xfrm>
          <a:prstGeom prst="rect">
            <a:avLst/>
          </a:prstGeom>
          <a:solidFill>
            <a:srgbClr val="B4A7D6"/>
          </a:solidFill>
          <a:ln w="12700" cap="flat" cmpd="sng">
            <a:solidFill>
              <a:srgbClr val="8E7CC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13"/>
          <p:cNvCxnSpPr>
            <a:stCxn id="140" idx="3"/>
            <a:endCxn id="155" idx="1"/>
          </p:cNvCxnSpPr>
          <p:nvPr/>
        </p:nvCxnSpPr>
        <p:spPr>
          <a:xfrm>
            <a:off x="6914989" y="1257318"/>
            <a:ext cx="1269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6" name="Google Shape;166;p13"/>
          <p:cNvGrpSpPr/>
          <p:nvPr/>
        </p:nvGrpSpPr>
        <p:grpSpPr>
          <a:xfrm>
            <a:off x="6320917" y="2296813"/>
            <a:ext cx="1039209" cy="173700"/>
            <a:chOff x="7043473" y="2954200"/>
            <a:chExt cx="1039209" cy="173700"/>
          </a:xfrm>
        </p:grpSpPr>
        <p:sp>
          <p:nvSpPr>
            <p:cNvPr id="167" name="Google Shape;167;p13"/>
            <p:cNvSpPr/>
            <p:nvPr/>
          </p:nvSpPr>
          <p:spPr>
            <a:xfrm>
              <a:off x="7043473" y="2955849"/>
              <a:ext cx="170400" cy="170400"/>
            </a:xfrm>
            <a:prstGeom prst="rect">
              <a:avLst/>
            </a:prstGeom>
            <a:solidFill>
              <a:srgbClr val="B4A7D6"/>
            </a:solidFill>
            <a:ln w="12700" cap="flat" cmpd="sng">
              <a:solidFill>
                <a:srgbClr val="8E7CC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3"/>
            <p:cNvSpPr txBox="1"/>
            <p:nvPr/>
          </p:nvSpPr>
          <p:spPr>
            <a:xfrm>
              <a:off x="7137682" y="2954200"/>
              <a:ext cx="9450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Undersample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13"/>
          <p:cNvSpPr/>
          <p:nvPr/>
        </p:nvSpPr>
        <p:spPr>
          <a:xfrm>
            <a:off x="7041974" y="536425"/>
            <a:ext cx="932700" cy="144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13"/>
          <p:cNvSpPr/>
          <p:nvPr/>
        </p:nvSpPr>
        <p:spPr>
          <a:xfrm>
            <a:off x="7062347" y="1502891"/>
            <a:ext cx="8961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spcFirstLastPara="1" wrap="non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AFTNet</a:t>
            </a:r>
            <a:r>
              <a:rPr lang="en" sz="1000" dirty="0"/>
              <a:t>-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3"/>
          <p:cNvSpPr/>
          <p:nvPr/>
        </p:nvSpPr>
        <p:spPr>
          <a:xfrm>
            <a:off x="7700056" y="1672160"/>
            <a:ext cx="170400" cy="1704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3"/>
          <p:cNvSpPr/>
          <p:nvPr/>
        </p:nvSpPr>
        <p:spPr>
          <a:xfrm>
            <a:off x="7126352" y="1672160"/>
            <a:ext cx="170400" cy="1704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3"/>
          <p:cNvSpPr/>
          <p:nvPr/>
        </p:nvSpPr>
        <p:spPr>
          <a:xfrm>
            <a:off x="7411499" y="1675568"/>
            <a:ext cx="170400" cy="170400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13"/>
          <p:cNvCxnSpPr>
            <a:stCxn id="175" idx="3"/>
            <a:endCxn id="173" idx="1"/>
          </p:cNvCxnSpPr>
          <p:nvPr/>
        </p:nvCxnSpPr>
        <p:spPr>
          <a:xfrm rot="10800000" flipH="1">
            <a:off x="7581899" y="1757468"/>
            <a:ext cx="118200" cy="3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77" name="Google Shape;177;p13"/>
          <p:cNvCxnSpPr>
            <a:stCxn id="174" idx="3"/>
            <a:endCxn id="175" idx="1"/>
          </p:cNvCxnSpPr>
          <p:nvPr/>
        </p:nvCxnSpPr>
        <p:spPr>
          <a:xfrm>
            <a:off x="7296752" y="1757360"/>
            <a:ext cx="114600" cy="3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78" name="Google Shape;178;p13"/>
          <p:cNvSpPr/>
          <p:nvPr/>
        </p:nvSpPr>
        <p:spPr>
          <a:xfrm>
            <a:off x="7062358" y="1027380"/>
            <a:ext cx="8961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AFTNet</a:t>
            </a:r>
            <a:r>
              <a:rPr lang="en" sz="1000" dirty="0"/>
              <a:t>-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3"/>
          <p:cNvSpPr/>
          <p:nvPr/>
        </p:nvSpPr>
        <p:spPr>
          <a:xfrm>
            <a:off x="7215125" y="1183016"/>
            <a:ext cx="170400" cy="1704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3"/>
          <p:cNvSpPr/>
          <p:nvPr/>
        </p:nvSpPr>
        <p:spPr>
          <a:xfrm>
            <a:off x="7576472" y="1186424"/>
            <a:ext cx="170400" cy="170400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1" name="Google Shape;181;p13"/>
          <p:cNvCxnSpPr>
            <a:stCxn id="179" idx="3"/>
            <a:endCxn id="180" idx="1"/>
          </p:cNvCxnSpPr>
          <p:nvPr/>
        </p:nvCxnSpPr>
        <p:spPr>
          <a:xfrm>
            <a:off x="7385525" y="1268216"/>
            <a:ext cx="190800" cy="3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82" name="Google Shape;182;p13"/>
          <p:cNvSpPr/>
          <p:nvPr/>
        </p:nvSpPr>
        <p:spPr>
          <a:xfrm>
            <a:off x="7062344" y="551892"/>
            <a:ext cx="896100" cy="457200"/>
          </a:xfrm>
          <a:prstGeom prst="rect">
            <a:avLst/>
          </a:prstGeom>
          <a:solidFill>
            <a:srgbClr val="E7E6E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" sz="10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AFTNet</a:t>
            </a:r>
            <a:r>
              <a:rPr lang="en" sz="1000" dirty="0"/>
              <a:t>-</a:t>
            </a:r>
            <a:r>
              <a:rPr lang="en"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3"/>
          <p:cNvSpPr/>
          <p:nvPr/>
        </p:nvSpPr>
        <p:spPr>
          <a:xfrm>
            <a:off x="7215679" y="724568"/>
            <a:ext cx="170400" cy="170400"/>
          </a:xfrm>
          <a:prstGeom prst="rect">
            <a:avLst/>
          </a:prstGeom>
          <a:solidFill>
            <a:srgbClr val="F7CAAC"/>
          </a:solidFill>
          <a:ln w="12700" cap="flat" cmpd="sng">
            <a:solidFill>
              <a:srgbClr val="F4B08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3"/>
          <p:cNvSpPr/>
          <p:nvPr/>
        </p:nvSpPr>
        <p:spPr>
          <a:xfrm>
            <a:off x="7580435" y="721160"/>
            <a:ext cx="170400" cy="170400"/>
          </a:xfrm>
          <a:prstGeom prst="rect">
            <a:avLst/>
          </a:prstGeom>
          <a:solidFill>
            <a:srgbClr val="BBD6EE"/>
          </a:solidFill>
          <a:ln w="12700" cap="flat" cmpd="sng">
            <a:solidFill>
              <a:srgbClr val="9CC2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" name="Google Shape;185;p13"/>
          <p:cNvCxnSpPr>
            <a:stCxn id="183" idx="3"/>
            <a:endCxn id="184" idx="1"/>
          </p:cNvCxnSpPr>
          <p:nvPr/>
        </p:nvCxnSpPr>
        <p:spPr>
          <a:xfrm rot="10800000" flipH="1">
            <a:off x="7386079" y="806468"/>
            <a:ext cx="194400" cy="3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6" name="Google Shape;186;p13"/>
          <p:cNvCxnSpPr>
            <a:cxnSpLocks/>
            <a:stCxn id="141" idx="3"/>
            <a:endCxn id="142" idx="1"/>
          </p:cNvCxnSpPr>
          <p:nvPr/>
        </p:nvCxnSpPr>
        <p:spPr>
          <a:xfrm>
            <a:off x="6815088" y="2077219"/>
            <a:ext cx="1666957" cy="304800"/>
          </a:xfrm>
          <a:prstGeom prst="bentConnector3">
            <a:avLst>
              <a:gd name="adj1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87" name="Google Shape;187;p13"/>
          <p:cNvCxnSpPr>
            <a:cxnSpLocks/>
            <a:stCxn id="158" idx="6"/>
            <a:endCxn id="142" idx="3"/>
          </p:cNvCxnSpPr>
          <p:nvPr/>
        </p:nvCxnSpPr>
        <p:spPr>
          <a:xfrm flipH="1">
            <a:off x="8939245" y="1266451"/>
            <a:ext cx="420875" cy="1115568"/>
          </a:xfrm>
          <a:prstGeom prst="bentConnector3">
            <a:avLst>
              <a:gd name="adj1" fmla="val -7242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pic>
        <p:nvPicPr>
          <p:cNvPr id="188" name="Google Shape;188;p1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0800000" flipH="1">
            <a:off x="9429068" y="1464715"/>
            <a:ext cx="740664" cy="740664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89" name="Google Shape;189;p13"/>
          <p:cNvGrpSpPr/>
          <p:nvPr/>
        </p:nvGrpSpPr>
        <p:grpSpPr>
          <a:xfrm>
            <a:off x="8246737" y="343866"/>
            <a:ext cx="879927" cy="879111"/>
            <a:chOff x="6508425" y="1271016"/>
            <a:chExt cx="879927" cy="879111"/>
          </a:xfrm>
        </p:grpSpPr>
        <p:pic>
          <p:nvPicPr>
            <p:cNvPr id="190" name="Google Shape;190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47688" y="1271016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1" name="Google Shape;191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601968" y="1316736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2" name="Google Shape;192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6556248" y="1359338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3" name="Google Shape;193;p1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6508425" y="1409463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94" name="Google Shape;194;p13"/>
          <p:cNvGrpSpPr/>
          <p:nvPr/>
        </p:nvGrpSpPr>
        <p:grpSpPr>
          <a:xfrm>
            <a:off x="8248382" y="1312434"/>
            <a:ext cx="877824" cy="877812"/>
            <a:chOff x="6675120" y="777240"/>
            <a:chExt cx="877824" cy="877812"/>
          </a:xfrm>
        </p:grpSpPr>
        <p:pic>
          <p:nvPicPr>
            <p:cNvPr id="195" name="Google Shape;195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812280" y="77724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6" name="Google Shape;196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66560" y="82296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7" name="Google Shape;197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720840" y="8686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98" name="Google Shape;198;p13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 rot="10800000">
              <a:off x="6675120" y="914388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99" name="Google Shape;199;p13"/>
          <p:cNvGrpSpPr/>
          <p:nvPr/>
        </p:nvGrpSpPr>
        <p:grpSpPr>
          <a:xfrm>
            <a:off x="494236" y="337051"/>
            <a:ext cx="885802" cy="885014"/>
            <a:chOff x="-3928212" y="3031350"/>
            <a:chExt cx="885802" cy="885014"/>
          </a:xfrm>
        </p:grpSpPr>
        <p:pic>
          <p:nvPicPr>
            <p:cNvPr id="200" name="Google Shape;200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783075" y="30313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1" name="Google Shape;201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31336" y="30784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2" name="Google Shape;202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77056" y="3133344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3" name="Google Shape;203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928212" y="31757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204" name="Google Shape;204;p13"/>
          <p:cNvGrpSpPr/>
          <p:nvPr/>
        </p:nvGrpSpPr>
        <p:grpSpPr>
          <a:xfrm>
            <a:off x="495586" y="1304976"/>
            <a:ext cx="885802" cy="885014"/>
            <a:chOff x="-3928212" y="3031350"/>
            <a:chExt cx="885802" cy="885014"/>
          </a:xfrm>
        </p:grpSpPr>
        <p:pic>
          <p:nvPicPr>
            <p:cNvPr id="205" name="Google Shape;205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783075" y="30313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6" name="Google Shape;206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31336" y="30784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7" name="Google Shape;207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77056" y="3133344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208" name="Google Shape;208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928212" y="31757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cxnSp>
        <p:nvCxnSpPr>
          <p:cNvPr id="293" name="Google Shape;293;p13"/>
          <p:cNvCxnSpPr>
            <a:stCxn id="110" idx="0"/>
            <a:endCxn id="62" idx="1"/>
          </p:cNvCxnSpPr>
          <p:nvPr/>
        </p:nvCxnSpPr>
        <p:spPr>
          <a:xfrm rot="5400000" flipH="1" flipV="1">
            <a:off x="222663" y="794368"/>
            <a:ext cx="259157" cy="228205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94" name="Google Shape;294;p13"/>
          <p:cNvCxnSpPr>
            <a:stCxn id="110" idx="2"/>
            <a:endCxn id="61" idx="1"/>
          </p:cNvCxnSpPr>
          <p:nvPr/>
        </p:nvCxnSpPr>
        <p:spPr>
          <a:xfrm rot="16200000" flipH="1">
            <a:off x="225789" y="1507598"/>
            <a:ext cx="252905" cy="228205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3"/>
          <p:cNvSpPr/>
          <p:nvPr/>
        </p:nvSpPr>
        <p:spPr>
          <a:xfrm>
            <a:off x="2779148" y="1276635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9" name="Google Shape;299;p13"/>
          <p:cNvCxnSpPr>
            <a:stCxn id="61" idx="3"/>
            <a:endCxn id="83" idx="4"/>
          </p:cNvCxnSpPr>
          <p:nvPr/>
        </p:nvCxnSpPr>
        <p:spPr>
          <a:xfrm rot="10800000" flipH="1">
            <a:off x="1410744" y="1633554"/>
            <a:ext cx="110100" cy="1146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300" name="Google Shape;300;p13"/>
          <p:cNvCxnSpPr>
            <a:stCxn id="91" idx="3"/>
            <a:endCxn id="96" idx="4"/>
          </p:cNvCxnSpPr>
          <p:nvPr/>
        </p:nvCxnSpPr>
        <p:spPr>
          <a:xfrm rot="10800000" flipH="1">
            <a:off x="3723548" y="1633485"/>
            <a:ext cx="106500" cy="114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435" name="Google Shape;435;p13"/>
          <p:cNvSpPr/>
          <p:nvPr/>
        </p:nvSpPr>
        <p:spPr>
          <a:xfrm>
            <a:off x="5358384" y="1283529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3"/>
          <p:cNvSpPr/>
          <p:nvPr/>
        </p:nvSpPr>
        <p:spPr>
          <a:xfrm>
            <a:off x="5358384" y="314266"/>
            <a:ext cx="9417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901579" y="1038048"/>
            <a:ext cx="457201" cy="457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8" name="Google Shape;438;p13"/>
          <p:cNvGrpSpPr/>
          <p:nvPr/>
        </p:nvGrpSpPr>
        <p:grpSpPr>
          <a:xfrm>
            <a:off x="4904912" y="555134"/>
            <a:ext cx="512083" cy="1417079"/>
            <a:chOff x="189811" y="1214787"/>
            <a:chExt cx="431700" cy="1417079"/>
          </a:xfrm>
        </p:grpSpPr>
        <p:sp>
          <p:nvSpPr>
            <p:cNvPr id="439" name="Google Shape;439;p13"/>
            <p:cNvSpPr txBox="1"/>
            <p:nvPr/>
          </p:nvSpPr>
          <p:spPr>
            <a:xfrm>
              <a:off x="189811" y="1214787"/>
              <a:ext cx="431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N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ch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3"/>
            <p:cNvSpPr txBox="1"/>
            <p:nvPr/>
          </p:nvSpPr>
          <p:spPr>
            <a:xfrm>
              <a:off x="190711" y="2385566"/>
              <a:ext cx="429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N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ch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1" name="Google Shape;441;p13"/>
          <p:cNvGrpSpPr/>
          <p:nvPr/>
        </p:nvGrpSpPr>
        <p:grpSpPr>
          <a:xfrm>
            <a:off x="5386276" y="343276"/>
            <a:ext cx="885802" cy="885014"/>
            <a:chOff x="-3928212" y="3031350"/>
            <a:chExt cx="885802" cy="885014"/>
          </a:xfrm>
        </p:grpSpPr>
        <p:pic>
          <p:nvPicPr>
            <p:cNvPr id="442" name="Google Shape;442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783075" y="30313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43" name="Google Shape;443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31336" y="30784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44" name="Google Shape;444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77056" y="3133344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45" name="Google Shape;445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928212" y="31757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446" name="Google Shape;446;p13"/>
          <p:cNvGrpSpPr/>
          <p:nvPr/>
        </p:nvGrpSpPr>
        <p:grpSpPr>
          <a:xfrm>
            <a:off x="5387626" y="1311201"/>
            <a:ext cx="885802" cy="885014"/>
            <a:chOff x="-3928212" y="3031350"/>
            <a:chExt cx="885802" cy="885014"/>
          </a:xfrm>
        </p:grpSpPr>
        <p:pic>
          <p:nvPicPr>
            <p:cNvPr id="447" name="Google Shape;447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783075" y="30313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48" name="Google Shape;448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31336" y="307848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49" name="Google Shape;449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877056" y="3133344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450" name="Google Shape;450;p13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-3928212" y="31757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cxnSp>
        <p:nvCxnSpPr>
          <p:cNvPr id="451" name="Google Shape;451;p13"/>
          <p:cNvCxnSpPr>
            <a:stCxn id="437" idx="0"/>
            <a:endCxn id="436" idx="1"/>
          </p:cNvCxnSpPr>
          <p:nvPr/>
        </p:nvCxnSpPr>
        <p:spPr>
          <a:xfrm rot="5400000" flipH="1" flipV="1">
            <a:off x="5117816" y="797480"/>
            <a:ext cx="252932" cy="228204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" name="Google Shape;452;p13"/>
          <p:cNvCxnSpPr>
            <a:stCxn id="437" idx="2"/>
            <a:endCxn id="435" idx="1"/>
          </p:cNvCxnSpPr>
          <p:nvPr/>
        </p:nvCxnSpPr>
        <p:spPr>
          <a:xfrm rot="16200000" flipH="1">
            <a:off x="5114717" y="1510712"/>
            <a:ext cx="259130" cy="228204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3" name="Google Shape;453;p13"/>
          <p:cNvCxnSpPr>
            <a:stCxn id="435" idx="3"/>
            <a:endCxn id="137" idx="4"/>
          </p:cNvCxnSpPr>
          <p:nvPr/>
        </p:nvCxnSpPr>
        <p:spPr>
          <a:xfrm rot="10800000" flipH="1">
            <a:off x="6302784" y="1633479"/>
            <a:ext cx="110100" cy="120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4" name="Google Shape;454;p13"/>
          <p:cNvCxnSpPr>
            <a:stCxn id="436" idx="3"/>
            <a:endCxn id="134" idx="0"/>
          </p:cNvCxnSpPr>
          <p:nvPr/>
        </p:nvCxnSpPr>
        <p:spPr>
          <a:xfrm>
            <a:off x="6300084" y="785115"/>
            <a:ext cx="112800" cy="387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5" name="Google Shape;455;p13"/>
          <p:cNvCxnSpPr>
            <a:stCxn id="131" idx="3"/>
            <a:endCxn id="161" idx="4"/>
          </p:cNvCxnSpPr>
          <p:nvPr/>
        </p:nvCxnSpPr>
        <p:spPr>
          <a:xfrm rot="10800000" flipH="1">
            <a:off x="9159492" y="1642440"/>
            <a:ext cx="115500" cy="108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49" name="Google Shape;949;p13"/>
          <p:cNvSpPr/>
          <p:nvPr/>
        </p:nvSpPr>
        <p:spPr>
          <a:xfrm>
            <a:off x="10242067" y="241651"/>
            <a:ext cx="4963008" cy="2286000"/>
          </a:xfrm>
          <a:prstGeom prst="roundRect">
            <a:avLst>
              <a:gd name="adj" fmla="val 8174"/>
            </a:avLst>
          </a:prstGeom>
          <a:solidFill>
            <a:srgbClr val="EAD1D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13"/>
          <p:cNvSpPr/>
          <p:nvPr/>
        </p:nvSpPr>
        <p:spPr>
          <a:xfrm>
            <a:off x="13223922" y="1277328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1" name="Google Shape;951;p13"/>
          <p:cNvSpPr/>
          <p:nvPr/>
        </p:nvSpPr>
        <p:spPr>
          <a:xfrm>
            <a:off x="10242070" y="-260"/>
            <a:ext cx="4962999" cy="263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" sz="1300" b="1" dirty="0"/>
              <a:t>MRS Denoised Reconstruction</a:t>
            </a:r>
            <a:endParaRPr sz="13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52" name="Google Shape;952;p13"/>
          <p:cNvGrpSpPr/>
          <p:nvPr/>
        </p:nvGrpSpPr>
        <p:grpSpPr>
          <a:xfrm>
            <a:off x="11677678" y="1168945"/>
            <a:ext cx="170400" cy="170400"/>
            <a:chOff x="8150945" y="1864474"/>
            <a:chExt cx="170400" cy="170400"/>
          </a:xfrm>
        </p:grpSpPr>
        <p:sp>
          <p:nvSpPr>
            <p:cNvPr id="953" name="Google Shape;953;p13"/>
            <p:cNvSpPr/>
            <p:nvPr/>
          </p:nvSpPr>
          <p:spPr>
            <a:xfrm>
              <a:off x="8150945" y="1864474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4" name="Google Shape;954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167699" y="1881246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55" name="Google Shape;955;p13"/>
          <p:cNvGrpSpPr/>
          <p:nvPr/>
        </p:nvGrpSpPr>
        <p:grpSpPr>
          <a:xfrm>
            <a:off x="11677678" y="1459878"/>
            <a:ext cx="170400" cy="170400"/>
            <a:chOff x="8160921" y="2350320"/>
            <a:chExt cx="170400" cy="170400"/>
          </a:xfrm>
        </p:grpSpPr>
        <p:sp>
          <p:nvSpPr>
            <p:cNvPr id="956" name="Google Shape;956;p13"/>
            <p:cNvSpPr/>
            <p:nvPr/>
          </p:nvSpPr>
          <p:spPr>
            <a:xfrm>
              <a:off x="8160921" y="2350320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57" name="Google Shape;957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8186685" y="2386375"/>
              <a:ext cx="118872" cy="98289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58" name="Google Shape;958;p13"/>
          <p:cNvCxnSpPr>
            <a:stCxn id="953" idx="6"/>
            <a:endCxn id="959" idx="1"/>
          </p:cNvCxnSpPr>
          <p:nvPr/>
        </p:nvCxnSpPr>
        <p:spPr>
          <a:xfrm flipV="1">
            <a:off x="11848078" y="1249728"/>
            <a:ext cx="220630" cy="4417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60" name="Google Shape;960;p13"/>
          <p:cNvSpPr/>
          <p:nvPr/>
        </p:nvSpPr>
        <p:spPr>
          <a:xfrm>
            <a:off x="11707129" y="1912657"/>
            <a:ext cx="457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FT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13"/>
          <p:cNvSpPr/>
          <p:nvPr/>
        </p:nvSpPr>
        <p:spPr>
          <a:xfrm>
            <a:off x="13354008" y="2263986"/>
            <a:ext cx="457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non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/>
              <a:t>MAE</a:t>
            </a:r>
            <a:endParaRPr sz="10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2" name="Google Shape;962;p13"/>
          <p:cNvCxnSpPr>
            <a:stCxn id="956" idx="0"/>
            <a:endCxn id="953" idx="4"/>
          </p:cNvCxnSpPr>
          <p:nvPr/>
        </p:nvCxnSpPr>
        <p:spPr>
          <a:xfrm rot="10800000">
            <a:off x="11762878" y="1339278"/>
            <a:ext cx="0" cy="12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3" name="Google Shape;963;p13"/>
          <p:cNvCxnSpPr>
            <a:stCxn id="964" idx="3"/>
            <a:endCxn id="961" idx="1"/>
          </p:cNvCxnSpPr>
          <p:nvPr/>
        </p:nvCxnSpPr>
        <p:spPr>
          <a:xfrm>
            <a:off x="13165391" y="2349186"/>
            <a:ext cx="188617" cy="0"/>
          </a:xfrm>
          <a:prstGeom prst="straightConnector1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65" name="Google Shape;965;p13"/>
          <p:cNvCxnSpPr>
            <a:stCxn id="953" idx="6"/>
            <a:endCxn id="960" idx="0"/>
          </p:cNvCxnSpPr>
          <p:nvPr/>
        </p:nvCxnSpPr>
        <p:spPr>
          <a:xfrm>
            <a:off x="11848078" y="1254145"/>
            <a:ext cx="87651" cy="658512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66" name="Google Shape;966;p13"/>
          <p:cNvGrpSpPr/>
          <p:nvPr/>
        </p:nvGrpSpPr>
        <p:grpSpPr>
          <a:xfrm>
            <a:off x="11012579" y="2293657"/>
            <a:ext cx="734398" cy="173700"/>
            <a:chOff x="7043473" y="2954212"/>
            <a:chExt cx="734398" cy="173700"/>
          </a:xfrm>
        </p:grpSpPr>
        <p:sp>
          <p:nvSpPr>
            <p:cNvPr id="967" name="Google Shape;967;p13"/>
            <p:cNvSpPr/>
            <p:nvPr/>
          </p:nvSpPr>
          <p:spPr>
            <a:xfrm>
              <a:off x="7043473" y="2955849"/>
              <a:ext cx="170400" cy="170400"/>
            </a:xfrm>
            <a:prstGeom prst="rect">
              <a:avLst/>
            </a:prstGeom>
            <a:solidFill>
              <a:srgbClr val="BBD6EE"/>
            </a:solidFill>
            <a:ln w="12700" cap="flat" cmpd="sng">
              <a:solidFill>
                <a:srgbClr val="9CC2E5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13"/>
            <p:cNvSpPr txBox="1"/>
            <p:nvPr/>
          </p:nvSpPr>
          <p:spPr>
            <a:xfrm>
              <a:off x="7137671" y="2954212"/>
              <a:ext cx="6402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CUNet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69" name="Google Shape;969;p13"/>
          <p:cNvGrpSpPr/>
          <p:nvPr/>
        </p:nvGrpSpPr>
        <p:grpSpPr>
          <a:xfrm>
            <a:off x="10445651" y="2293657"/>
            <a:ext cx="630102" cy="173700"/>
            <a:chOff x="162493" y="2966120"/>
            <a:chExt cx="630102" cy="173700"/>
          </a:xfrm>
        </p:grpSpPr>
        <p:sp>
          <p:nvSpPr>
            <p:cNvPr id="970" name="Google Shape;970;p13"/>
            <p:cNvSpPr/>
            <p:nvPr/>
          </p:nvSpPr>
          <p:spPr>
            <a:xfrm>
              <a:off x="162493" y="2966393"/>
              <a:ext cx="170400" cy="170400"/>
            </a:xfrm>
            <a:prstGeom prst="rect">
              <a:avLst/>
            </a:prstGeom>
            <a:solidFill>
              <a:srgbClr val="F7CAAC"/>
            </a:solidFill>
            <a:ln w="12700" cap="flat" cmpd="sng">
              <a:solidFill>
                <a:srgbClr val="F4B08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13"/>
            <p:cNvSpPr txBox="1"/>
            <p:nvPr/>
          </p:nvSpPr>
          <p:spPr>
            <a:xfrm>
              <a:off x="281395" y="2966120"/>
              <a:ext cx="511200" cy="173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AFT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72" name="Google Shape;972;p13"/>
          <p:cNvCxnSpPr>
            <a:stCxn id="959" idx="3"/>
            <a:endCxn id="973" idx="1"/>
          </p:cNvCxnSpPr>
          <p:nvPr/>
        </p:nvCxnSpPr>
        <p:spPr>
          <a:xfrm rot="10800000" flipH="1">
            <a:off x="12919208" y="780228"/>
            <a:ext cx="304200" cy="469500"/>
          </a:xfrm>
          <a:prstGeom prst="bentConnector3">
            <a:avLst>
              <a:gd name="adj1" fmla="val 49990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74" name="Google Shape;974;p13"/>
          <p:cNvCxnSpPr>
            <a:stCxn id="959" idx="3"/>
            <a:endCxn id="950" idx="1"/>
          </p:cNvCxnSpPr>
          <p:nvPr/>
        </p:nvCxnSpPr>
        <p:spPr>
          <a:xfrm>
            <a:off x="12919208" y="1249728"/>
            <a:ext cx="304800" cy="498600"/>
          </a:xfrm>
          <a:prstGeom prst="bentConnector3">
            <a:avLst>
              <a:gd name="adj1" fmla="val 49986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75" name="Google Shape;975;p13"/>
          <p:cNvGrpSpPr/>
          <p:nvPr/>
        </p:nvGrpSpPr>
        <p:grpSpPr>
          <a:xfrm>
            <a:off x="14198550" y="1178089"/>
            <a:ext cx="170400" cy="170400"/>
            <a:chOff x="4604907" y="1815858"/>
            <a:chExt cx="170400" cy="170400"/>
          </a:xfrm>
        </p:grpSpPr>
        <p:sp>
          <p:nvSpPr>
            <p:cNvPr id="976" name="Google Shape;976;p13"/>
            <p:cNvSpPr/>
            <p:nvPr/>
          </p:nvSpPr>
          <p:spPr>
            <a:xfrm>
              <a:off x="4604907" y="1815858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7" name="Google Shape;977;p13" descr="wpsoffice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621661" y="1832629"/>
              <a:ext cx="136892" cy="13685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78" name="Google Shape;978;p13"/>
          <p:cNvGrpSpPr/>
          <p:nvPr/>
        </p:nvGrpSpPr>
        <p:grpSpPr>
          <a:xfrm>
            <a:off x="14198550" y="1469022"/>
            <a:ext cx="170400" cy="170400"/>
            <a:chOff x="4604907" y="2368859"/>
            <a:chExt cx="170400" cy="170400"/>
          </a:xfrm>
        </p:grpSpPr>
        <p:sp>
          <p:nvSpPr>
            <p:cNvPr id="979" name="Google Shape;979;p13"/>
            <p:cNvSpPr/>
            <p:nvPr/>
          </p:nvSpPr>
          <p:spPr>
            <a:xfrm>
              <a:off x="4604907" y="2368859"/>
              <a:ext cx="170400" cy="170400"/>
            </a:xfrm>
            <a:prstGeom prst="flowChartConnector">
              <a:avLst/>
            </a:prstGeom>
            <a:solidFill>
              <a:srgbClr val="FBE4D4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80" name="Google Shape;980;p13" descr="/private/var/folders/3g/5bsc4zf55z5br2sbc3n6szym0000gn/T/com.kingsoft.wpsoffice.mac/wpsoffice.bSIaRnwpsoffice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30671" y="2410473"/>
              <a:ext cx="118872" cy="87173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981" name="Google Shape;981;p13"/>
          <p:cNvCxnSpPr>
            <a:stCxn id="973" idx="3"/>
            <a:endCxn id="976" idx="0"/>
          </p:cNvCxnSpPr>
          <p:nvPr/>
        </p:nvCxnSpPr>
        <p:spPr>
          <a:xfrm>
            <a:off x="14167747" y="780259"/>
            <a:ext cx="116100" cy="3978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2" name="Google Shape;982;p13"/>
          <p:cNvCxnSpPr>
            <a:stCxn id="979" idx="0"/>
            <a:endCxn id="976" idx="4"/>
          </p:cNvCxnSpPr>
          <p:nvPr/>
        </p:nvCxnSpPr>
        <p:spPr>
          <a:xfrm rot="10800000">
            <a:off x="14283750" y="1348422"/>
            <a:ext cx="0" cy="120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3" name="Google Shape;983;p13"/>
          <p:cNvCxnSpPr>
            <a:stCxn id="976" idx="6"/>
            <a:endCxn id="961" idx="3"/>
          </p:cNvCxnSpPr>
          <p:nvPr/>
        </p:nvCxnSpPr>
        <p:spPr>
          <a:xfrm flipH="1">
            <a:off x="13811208" y="1263289"/>
            <a:ext cx="557742" cy="1085897"/>
          </a:xfrm>
          <a:prstGeom prst="bentConnector3">
            <a:avLst>
              <a:gd name="adj1" fmla="val -5276"/>
            </a:avLst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984" name="Google Shape;984;p13"/>
          <p:cNvCxnSpPr>
            <a:stCxn id="960" idx="2"/>
            <a:endCxn id="964" idx="1"/>
          </p:cNvCxnSpPr>
          <p:nvPr/>
        </p:nvCxnSpPr>
        <p:spPr>
          <a:xfrm rot="16200000" flipH="1">
            <a:off x="11872096" y="2146690"/>
            <a:ext cx="266129" cy="138862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85" name="Google Shape;985;p13"/>
          <p:cNvSpPr/>
          <p:nvPr/>
        </p:nvSpPr>
        <p:spPr>
          <a:xfrm>
            <a:off x="10708414" y="1280368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13"/>
          <p:cNvSpPr/>
          <p:nvPr/>
        </p:nvSpPr>
        <p:spPr>
          <a:xfrm>
            <a:off x="10708414" y="311104"/>
            <a:ext cx="9417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7" name="Google Shape;9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50821" y="1041275"/>
            <a:ext cx="457201" cy="4572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8" name="Google Shape;988;p13"/>
          <p:cNvGrpSpPr/>
          <p:nvPr/>
        </p:nvGrpSpPr>
        <p:grpSpPr>
          <a:xfrm>
            <a:off x="10254942" y="551972"/>
            <a:ext cx="512083" cy="1417079"/>
            <a:chOff x="189811" y="1214787"/>
            <a:chExt cx="431700" cy="1417079"/>
          </a:xfrm>
        </p:grpSpPr>
        <p:sp>
          <p:nvSpPr>
            <p:cNvPr id="989" name="Google Shape;989;p13"/>
            <p:cNvSpPr txBox="1"/>
            <p:nvPr/>
          </p:nvSpPr>
          <p:spPr>
            <a:xfrm>
              <a:off x="189811" y="1214787"/>
              <a:ext cx="4317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N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ch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0" name="Google Shape;990;p13"/>
            <p:cNvSpPr txBox="1"/>
            <p:nvPr/>
          </p:nvSpPr>
          <p:spPr>
            <a:xfrm>
              <a:off x="190711" y="2385566"/>
              <a:ext cx="4299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/>
                <a:t>N</a:t>
              </a:r>
              <a:r>
                <a:rPr lang="en" sz="10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ch</a:t>
              </a:r>
              <a:endPara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991" name="Google Shape;991;p13"/>
          <p:cNvCxnSpPr>
            <a:stCxn id="987" idx="0"/>
            <a:endCxn id="986" idx="1"/>
          </p:cNvCxnSpPr>
          <p:nvPr/>
        </p:nvCxnSpPr>
        <p:spPr>
          <a:xfrm rot="5400000" flipH="1" flipV="1">
            <a:off x="10464258" y="797119"/>
            <a:ext cx="259321" cy="228992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2" name="Google Shape;992;p13"/>
          <p:cNvCxnSpPr>
            <a:stCxn id="987" idx="2"/>
            <a:endCxn id="985" idx="1"/>
          </p:cNvCxnSpPr>
          <p:nvPr/>
        </p:nvCxnSpPr>
        <p:spPr>
          <a:xfrm rot="16200000" flipH="1">
            <a:off x="10467547" y="1510351"/>
            <a:ext cx="252742" cy="228992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3" name="Google Shape;993;p13"/>
          <p:cNvCxnSpPr>
            <a:stCxn id="985" idx="3"/>
            <a:endCxn id="956" idx="4"/>
          </p:cNvCxnSpPr>
          <p:nvPr/>
        </p:nvCxnSpPr>
        <p:spPr>
          <a:xfrm rot="10800000" flipH="1">
            <a:off x="11652814" y="1630318"/>
            <a:ext cx="110100" cy="120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4" name="Google Shape;994;p13"/>
          <p:cNvCxnSpPr>
            <a:stCxn id="986" idx="3"/>
            <a:endCxn id="953" idx="0"/>
          </p:cNvCxnSpPr>
          <p:nvPr/>
        </p:nvCxnSpPr>
        <p:spPr>
          <a:xfrm>
            <a:off x="11650114" y="781954"/>
            <a:ext cx="112800" cy="3870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95" name="Google Shape;995;p13"/>
          <p:cNvCxnSpPr>
            <a:stCxn id="950" idx="3"/>
            <a:endCxn id="979" idx="4"/>
          </p:cNvCxnSpPr>
          <p:nvPr/>
        </p:nvCxnSpPr>
        <p:spPr>
          <a:xfrm rot="10800000" flipH="1">
            <a:off x="14168322" y="1639278"/>
            <a:ext cx="115500" cy="108900"/>
          </a:xfrm>
          <a:prstGeom prst="bentConnector2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996" name="Google Shape;996;p13"/>
          <p:cNvGrpSpPr/>
          <p:nvPr/>
        </p:nvGrpSpPr>
        <p:grpSpPr>
          <a:xfrm>
            <a:off x="10735355" y="344310"/>
            <a:ext cx="887814" cy="886114"/>
            <a:chOff x="-1992625" y="3432850"/>
            <a:chExt cx="887814" cy="886114"/>
          </a:xfrm>
        </p:grpSpPr>
        <p:pic>
          <p:nvPicPr>
            <p:cNvPr id="997" name="Google Shape;997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-1845475" y="34328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998" name="Google Shape;998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-1894900" y="34806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999" name="Google Shape;999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-1943762" y="35294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0" name="Google Shape;1000;p13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-1992625" y="35783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001" name="Google Shape;1001;p13"/>
          <p:cNvGrpSpPr/>
          <p:nvPr/>
        </p:nvGrpSpPr>
        <p:grpSpPr>
          <a:xfrm>
            <a:off x="10736993" y="1304430"/>
            <a:ext cx="887239" cy="886114"/>
            <a:chOff x="-3101175" y="3670750"/>
            <a:chExt cx="887239" cy="886114"/>
          </a:xfrm>
        </p:grpSpPr>
        <p:pic>
          <p:nvPicPr>
            <p:cNvPr id="1002" name="Google Shape;1002;p1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-2954600" y="36707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3" name="Google Shape;1003;p1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-3003450" y="37185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4" name="Google Shape;1004;p1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-3052312" y="37559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5" name="Google Shape;1005;p1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-3101175" y="38162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006" name="Google Shape;1006;p13"/>
          <p:cNvGrpSpPr/>
          <p:nvPr/>
        </p:nvGrpSpPr>
        <p:grpSpPr>
          <a:xfrm>
            <a:off x="13251855" y="329171"/>
            <a:ext cx="887239" cy="893639"/>
            <a:chOff x="-303725" y="3517775"/>
            <a:chExt cx="887239" cy="893639"/>
          </a:xfrm>
        </p:grpSpPr>
        <p:pic>
          <p:nvPicPr>
            <p:cNvPr id="1007" name="Google Shape;1007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-157150" y="3517775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8" name="Google Shape;1008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-206000" y="3566625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09" name="Google Shape;1009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-255862" y="3615475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10" name="Google Shape;1010;p1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-303725" y="36707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grpSp>
        <p:nvGrpSpPr>
          <p:cNvPr id="1011" name="Google Shape;1011;p13"/>
          <p:cNvGrpSpPr/>
          <p:nvPr/>
        </p:nvGrpSpPr>
        <p:grpSpPr>
          <a:xfrm>
            <a:off x="13252430" y="1311409"/>
            <a:ext cx="887252" cy="893639"/>
            <a:chOff x="376000" y="3889250"/>
            <a:chExt cx="887251" cy="893639"/>
          </a:xfrm>
        </p:grpSpPr>
        <p:pic>
          <p:nvPicPr>
            <p:cNvPr id="1012" name="Google Shape;1012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522588" y="388925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13" name="Google Shape;1013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73725" y="3938100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14" name="Google Shape;1014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424863" y="3988075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015" name="Google Shape;1015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376000" y="4042225"/>
              <a:ext cx="740664" cy="740664"/>
            </a:xfrm>
            <a:prstGeom prst="rect">
              <a:avLst/>
            </a:prstGeom>
            <a:noFill/>
            <a:ln w="9525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964" name="Google Shape;964;p13"/>
          <p:cNvSpPr/>
          <p:nvPr/>
        </p:nvSpPr>
        <p:spPr>
          <a:xfrm>
            <a:off x="12074591" y="2209686"/>
            <a:ext cx="1090800" cy="2790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Average Over Repetitions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3"/>
          <p:cNvSpPr/>
          <p:nvPr/>
        </p:nvSpPr>
        <p:spPr>
          <a:xfrm>
            <a:off x="14551841" y="695059"/>
            <a:ext cx="511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Mean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7" name="Google Shape;1017;p13"/>
          <p:cNvCxnSpPr>
            <a:stCxn id="973" idx="3"/>
            <a:endCxn id="1016" idx="1"/>
          </p:cNvCxnSpPr>
          <p:nvPr/>
        </p:nvCxnSpPr>
        <p:spPr>
          <a:xfrm>
            <a:off x="14167747" y="780259"/>
            <a:ext cx="384094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73" name="Google Shape;973;p13"/>
          <p:cNvSpPr/>
          <p:nvPr/>
        </p:nvSpPr>
        <p:spPr>
          <a:xfrm>
            <a:off x="13223347" y="309409"/>
            <a:ext cx="944400" cy="9417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8" name="Google Shape;1018;p13"/>
          <p:cNvCxnSpPr>
            <a:stCxn id="1016" idx="2"/>
            <a:endCxn id="1019" idx="0"/>
          </p:cNvCxnSpPr>
          <p:nvPr/>
        </p:nvCxnSpPr>
        <p:spPr>
          <a:xfrm>
            <a:off x="14807441" y="865459"/>
            <a:ext cx="0" cy="611481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019" name="Google Shape;1019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4437109" y="1476940"/>
            <a:ext cx="740664" cy="740664"/>
          </a:xfrm>
          <a:prstGeom prst="rect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020" name="Google Shape;1020;p13"/>
          <p:cNvGrpSpPr/>
          <p:nvPr/>
        </p:nvGrpSpPr>
        <p:grpSpPr>
          <a:xfrm>
            <a:off x="12068708" y="1002678"/>
            <a:ext cx="850500" cy="494100"/>
            <a:chOff x="7330018" y="8110728"/>
            <a:chExt cx="850500" cy="494100"/>
          </a:xfrm>
        </p:grpSpPr>
        <p:sp>
          <p:nvSpPr>
            <p:cNvPr id="959" name="Google Shape;959;p13"/>
            <p:cNvSpPr/>
            <p:nvPr/>
          </p:nvSpPr>
          <p:spPr>
            <a:xfrm>
              <a:off x="7330018" y="8110728"/>
              <a:ext cx="850500" cy="494100"/>
            </a:xfrm>
            <a:prstGeom prst="rect">
              <a:avLst/>
            </a:prstGeom>
            <a:solidFill>
              <a:srgbClr val="FFFFFF"/>
            </a:solidFill>
            <a:ln w="12700" cap="flat" cmpd="sng">
              <a:solidFill>
                <a:srgbClr val="00000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non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9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3"/>
            <p:cNvSpPr/>
            <p:nvPr/>
          </p:nvSpPr>
          <p:spPr>
            <a:xfrm>
              <a:off x="7350410" y="8132298"/>
              <a:ext cx="813900" cy="457200"/>
            </a:xfrm>
            <a:prstGeom prst="rect">
              <a:avLst/>
            </a:prstGeom>
            <a:solidFill>
              <a:srgbClr val="E7E6E6"/>
            </a:solidFill>
            <a:ln>
              <a:noFill/>
            </a:ln>
          </p:spPr>
          <p:txBody>
            <a:bodyPr spcFirstLastPara="1" wrap="non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" sz="1000" b="0" i="0" u="none" strike="noStrike" cap="none" dirty="0" err="1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AFTNet</a:t>
              </a:r>
              <a:r>
                <a:rPr lang="en" sz="1000" dirty="0"/>
                <a:t>-</a:t>
              </a:r>
              <a:r>
                <a:rPr lang="en" sz="10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sz="10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22" name="Google Shape;1022;p13"/>
            <p:cNvGrpSpPr/>
            <p:nvPr/>
          </p:nvGrpSpPr>
          <p:grpSpPr>
            <a:xfrm>
              <a:off x="7489782" y="8301566"/>
              <a:ext cx="535156" cy="173808"/>
              <a:chOff x="3134178" y="8344913"/>
              <a:chExt cx="535156" cy="173808"/>
            </a:xfrm>
          </p:grpSpPr>
          <p:sp>
            <p:nvSpPr>
              <p:cNvPr id="1023" name="Google Shape;1023;p13"/>
              <p:cNvSpPr/>
              <p:nvPr/>
            </p:nvSpPr>
            <p:spPr>
              <a:xfrm>
                <a:off x="3134178" y="8348321"/>
                <a:ext cx="170400" cy="170400"/>
              </a:xfrm>
              <a:prstGeom prst="rect">
                <a:avLst/>
              </a:prstGeom>
              <a:solidFill>
                <a:srgbClr val="F7CAAC"/>
              </a:solidFill>
              <a:ln w="12700" cap="flat" cmpd="sng">
                <a:solidFill>
                  <a:srgbClr val="F4B08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non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13"/>
              <p:cNvSpPr/>
              <p:nvPr/>
            </p:nvSpPr>
            <p:spPr>
              <a:xfrm>
                <a:off x="3498934" y="8344913"/>
                <a:ext cx="170400" cy="170400"/>
              </a:xfrm>
              <a:prstGeom prst="rect">
                <a:avLst/>
              </a:prstGeom>
              <a:solidFill>
                <a:srgbClr val="BBD6EE"/>
              </a:solidFill>
              <a:ln w="12700" cap="flat" cmpd="sng">
                <a:solidFill>
                  <a:srgbClr val="9CC2E5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non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025" name="Google Shape;1025;p13"/>
              <p:cNvCxnSpPr>
                <a:stCxn id="1023" idx="3"/>
                <a:endCxn id="1024" idx="1"/>
              </p:cNvCxnSpPr>
              <p:nvPr/>
            </p:nvCxnSpPr>
            <p:spPr>
              <a:xfrm rot="10800000" flipH="1">
                <a:off x="3304578" y="8430221"/>
                <a:ext cx="194400" cy="3300"/>
              </a:xfrm>
              <a:prstGeom prst="straightConnector1">
                <a:avLst/>
              </a:prstGeom>
              <a:noFill/>
              <a:ln w="12700" cap="flat" cmpd="sng">
                <a:solidFill>
                  <a:srgbClr val="000000"/>
                </a:solidFill>
                <a:prstDash val="solid"/>
                <a:miter lim="800000"/>
                <a:headEnd type="none" w="sm" len="sm"/>
                <a:tailEnd type="triangle" w="med" len="med"/>
              </a:ln>
            </p:spPr>
          </p:cxnSp>
        </p:grpSp>
      </p:grpSp>
      <p:sp>
        <p:nvSpPr>
          <p:cNvPr id="3" name="Google Shape;169;p13">
            <a:extLst>
              <a:ext uri="{FF2B5EF4-FFF2-40B4-BE49-F238E27FC236}">
                <a16:creationId xmlns:a16="http://schemas.microsoft.com/office/drawing/2014/main" id="{06957C3B-7670-1FE3-45D9-ACFA95C39A1E}"/>
              </a:ext>
            </a:extLst>
          </p:cNvPr>
          <p:cNvSpPr/>
          <p:nvPr/>
        </p:nvSpPr>
        <p:spPr>
          <a:xfrm>
            <a:off x="9543800" y="1180091"/>
            <a:ext cx="511200" cy="170400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RSS</a:t>
            </a: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" name="Google Shape;164;p13">
            <a:extLst>
              <a:ext uri="{FF2B5EF4-FFF2-40B4-BE49-F238E27FC236}">
                <a16:creationId xmlns:a16="http://schemas.microsoft.com/office/drawing/2014/main" id="{4D5AD78C-27C1-1534-FFCF-A4A327C2F67D}"/>
              </a:ext>
            </a:extLst>
          </p:cNvPr>
          <p:cNvCxnSpPr>
            <a:cxnSpLocks/>
            <a:stCxn id="158" idx="6"/>
            <a:endCxn id="3" idx="1"/>
          </p:cNvCxnSpPr>
          <p:nvPr/>
        </p:nvCxnSpPr>
        <p:spPr>
          <a:xfrm flipV="1">
            <a:off x="9360120" y="1265291"/>
            <a:ext cx="183680" cy="116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8" name="Google Shape;164;p13">
            <a:extLst>
              <a:ext uri="{FF2B5EF4-FFF2-40B4-BE49-F238E27FC236}">
                <a16:creationId xmlns:a16="http://schemas.microsoft.com/office/drawing/2014/main" id="{8A976D76-12EE-DCEC-23E4-766D5DF65DFA}"/>
              </a:ext>
            </a:extLst>
          </p:cNvPr>
          <p:cNvCxnSpPr>
            <a:cxnSpLocks/>
            <a:stCxn id="3" idx="2"/>
            <a:endCxn id="188" idx="2"/>
          </p:cNvCxnSpPr>
          <p:nvPr/>
        </p:nvCxnSpPr>
        <p:spPr>
          <a:xfrm>
            <a:off x="9799400" y="1350491"/>
            <a:ext cx="0" cy="114224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051" name="Google Shape;102;p13">
            <a:extLst>
              <a:ext uri="{FF2B5EF4-FFF2-40B4-BE49-F238E27FC236}">
                <a16:creationId xmlns:a16="http://schemas.microsoft.com/office/drawing/2014/main" id="{97B6C86D-6263-277B-108F-FC76B0EBE877}"/>
              </a:ext>
            </a:extLst>
          </p:cNvPr>
          <p:cNvCxnSpPr>
            <a:cxnSpLocks/>
            <a:stCxn id="88" idx="2"/>
            <a:endCxn id="106" idx="2"/>
          </p:cNvCxnSpPr>
          <p:nvPr/>
        </p:nvCxnSpPr>
        <p:spPr>
          <a:xfrm>
            <a:off x="4441723" y="1351669"/>
            <a:ext cx="0" cy="152696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43</Words>
  <Application>Microsoft Macintosh PowerPoint</Application>
  <PresentationFormat>Custom</PresentationFormat>
  <Paragraphs>30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yyt01@student.ubc.ca</cp:lastModifiedBy>
  <cp:revision>3</cp:revision>
  <dcterms:modified xsi:type="dcterms:W3CDTF">2025-02-28T23:29:36Z</dcterms:modified>
</cp:coreProperties>
</file>