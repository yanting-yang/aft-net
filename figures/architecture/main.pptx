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7497763" cy="41148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747775"/>
          </p15:clr>
        </p15:guide>
        <p15:guide id="2" pos="2362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CA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95035" autoAdjust="0"/>
  </p:normalViewPr>
  <p:slideViewPr>
    <p:cSldViewPr snapToGrid="0">
      <p:cViewPr varScale="1">
        <p:scale>
          <a:sx n="194" d="100"/>
          <a:sy n="194" d="100"/>
        </p:scale>
        <p:origin x="1176" y="176"/>
      </p:cViewPr>
      <p:guideLst>
        <p:guide orient="horz" pos="1296"/>
        <p:guide pos="236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04800" y="685800"/>
            <a:ext cx="6248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7450fe5057_0_7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" y="685800"/>
            <a:ext cx="6248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7450fe5057_0_7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55590" y="595660"/>
            <a:ext cx="6986683" cy="1642200"/>
          </a:xfrm>
          <a:prstGeom prst="rect">
            <a:avLst/>
          </a:prstGeom>
        </p:spPr>
        <p:txBody>
          <a:bodyPr spcFirstLastPara="1" wrap="square" lIns="76175" tIns="76175" rIns="76175" bIns="7617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55583" y="2267300"/>
            <a:ext cx="6986683" cy="634200"/>
          </a:xfrm>
          <a:prstGeom prst="rect">
            <a:avLst/>
          </a:prstGeom>
        </p:spPr>
        <p:txBody>
          <a:bodyPr spcFirstLastPara="1" wrap="square" lIns="76175" tIns="76175" rIns="76175" bIns="7617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6947122" y="3730573"/>
            <a:ext cx="450016" cy="315000"/>
          </a:xfrm>
          <a:prstGeom prst="rect">
            <a:avLst/>
          </a:prstGeom>
        </p:spPr>
        <p:txBody>
          <a:bodyPr spcFirstLastPara="1" wrap="square" lIns="76175" tIns="76175" rIns="76175" bIns="7617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255583" y="1720680"/>
            <a:ext cx="6986683" cy="673500"/>
          </a:xfrm>
          <a:prstGeom prst="rect">
            <a:avLst/>
          </a:prstGeom>
        </p:spPr>
        <p:txBody>
          <a:bodyPr spcFirstLastPara="1" wrap="square" lIns="76175" tIns="76175" rIns="76175" bIns="761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6947122" y="3730573"/>
            <a:ext cx="450016" cy="315000"/>
          </a:xfrm>
          <a:prstGeom prst="rect">
            <a:avLst/>
          </a:prstGeom>
        </p:spPr>
        <p:txBody>
          <a:bodyPr spcFirstLastPara="1" wrap="square" lIns="76175" tIns="76175" rIns="76175" bIns="7617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255583" y="356020"/>
            <a:ext cx="6986683" cy="458100"/>
          </a:xfrm>
          <a:prstGeom prst="rect">
            <a:avLst/>
          </a:prstGeom>
        </p:spPr>
        <p:txBody>
          <a:bodyPr spcFirstLastPara="1" wrap="square" lIns="76175" tIns="76175" rIns="76175" bIns="7617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255583" y="921980"/>
            <a:ext cx="6986683" cy="2733000"/>
          </a:xfrm>
          <a:prstGeom prst="rect">
            <a:avLst/>
          </a:prstGeom>
        </p:spPr>
        <p:txBody>
          <a:bodyPr spcFirstLastPara="1" wrap="square" lIns="76175" tIns="76175" rIns="76175" bIns="76175" anchor="t" anchorCtr="0">
            <a:norm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6947122" y="3730573"/>
            <a:ext cx="450016" cy="315000"/>
          </a:xfrm>
          <a:prstGeom prst="rect">
            <a:avLst/>
          </a:prstGeom>
        </p:spPr>
        <p:txBody>
          <a:bodyPr spcFirstLastPara="1" wrap="square" lIns="76175" tIns="76175" rIns="76175" bIns="7617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255583" y="356020"/>
            <a:ext cx="6986683" cy="458100"/>
          </a:xfrm>
          <a:prstGeom prst="rect">
            <a:avLst/>
          </a:prstGeom>
        </p:spPr>
        <p:txBody>
          <a:bodyPr spcFirstLastPara="1" wrap="square" lIns="76175" tIns="76175" rIns="76175" bIns="7617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255583" y="921980"/>
            <a:ext cx="3279765" cy="2733000"/>
          </a:xfrm>
          <a:prstGeom prst="rect">
            <a:avLst/>
          </a:prstGeom>
        </p:spPr>
        <p:txBody>
          <a:bodyPr spcFirstLastPara="1" wrap="square" lIns="76175" tIns="76175" rIns="76175" bIns="7617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3962400" y="921980"/>
            <a:ext cx="3279765" cy="2733000"/>
          </a:xfrm>
          <a:prstGeom prst="rect">
            <a:avLst/>
          </a:prstGeom>
        </p:spPr>
        <p:txBody>
          <a:bodyPr spcFirstLastPara="1" wrap="square" lIns="76175" tIns="76175" rIns="76175" bIns="7617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6947122" y="3730573"/>
            <a:ext cx="450016" cy="315000"/>
          </a:xfrm>
          <a:prstGeom prst="rect">
            <a:avLst/>
          </a:prstGeom>
        </p:spPr>
        <p:txBody>
          <a:bodyPr spcFirstLastPara="1" wrap="square" lIns="76175" tIns="76175" rIns="76175" bIns="7617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255583" y="356020"/>
            <a:ext cx="6986683" cy="458100"/>
          </a:xfrm>
          <a:prstGeom prst="rect">
            <a:avLst/>
          </a:prstGeom>
        </p:spPr>
        <p:txBody>
          <a:bodyPr spcFirstLastPara="1" wrap="square" lIns="76175" tIns="76175" rIns="76175" bIns="7617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6947122" y="3730573"/>
            <a:ext cx="450016" cy="315000"/>
          </a:xfrm>
          <a:prstGeom prst="rect">
            <a:avLst/>
          </a:prstGeom>
        </p:spPr>
        <p:txBody>
          <a:bodyPr spcFirstLastPara="1" wrap="square" lIns="76175" tIns="76175" rIns="76175" bIns="7617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255583" y="444480"/>
            <a:ext cx="2302463" cy="604500"/>
          </a:xfrm>
          <a:prstGeom prst="rect">
            <a:avLst/>
          </a:prstGeom>
        </p:spPr>
        <p:txBody>
          <a:bodyPr spcFirstLastPara="1" wrap="square" lIns="76175" tIns="76175" rIns="76175" bIns="7617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255583" y="1111680"/>
            <a:ext cx="2302463" cy="2543400"/>
          </a:xfrm>
          <a:prstGeom prst="rect">
            <a:avLst/>
          </a:prstGeom>
        </p:spPr>
        <p:txBody>
          <a:bodyPr spcFirstLastPara="1" wrap="square" lIns="76175" tIns="76175" rIns="76175" bIns="7617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6947122" y="3730573"/>
            <a:ext cx="450016" cy="315000"/>
          </a:xfrm>
          <a:prstGeom prst="rect">
            <a:avLst/>
          </a:prstGeom>
        </p:spPr>
        <p:txBody>
          <a:bodyPr spcFirstLastPara="1" wrap="square" lIns="76175" tIns="76175" rIns="76175" bIns="7617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01989" y="360120"/>
            <a:ext cx="5221346" cy="3272700"/>
          </a:xfrm>
          <a:prstGeom prst="rect">
            <a:avLst/>
          </a:prstGeom>
        </p:spPr>
        <p:txBody>
          <a:bodyPr spcFirstLastPara="1" wrap="square" lIns="76175" tIns="76175" rIns="76175" bIns="7617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6947122" y="3730573"/>
            <a:ext cx="450016" cy="315000"/>
          </a:xfrm>
          <a:prstGeom prst="rect">
            <a:avLst/>
          </a:prstGeom>
        </p:spPr>
        <p:txBody>
          <a:bodyPr spcFirstLastPara="1" wrap="square" lIns="76175" tIns="76175" rIns="76175" bIns="7617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748881" y="-100"/>
            <a:ext cx="3748882" cy="4114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76175" tIns="76175" rIns="76175" bIns="761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17701" y="986540"/>
            <a:ext cx="3316808" cy="1185900"/>
          </a:xfrm>
          <a:prstGeom prst="rect">
            <a:avLst/>
          </a:prstGeom>
        </p:spPr>
        <p:txBody>
          <a:bodyPr spcFirstLastPara="1" wrap="square" lIns="76175" tIns="76175" rIns="76175" bIns="7617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17701" y="2242460"/>
            <a:ext cx="3316808" cy="988200"/>
          </a:xfrm>
          <a:prstGeom prst="rect">
            <a:avLst/>
          </a:prstGeom>
        </p:spPr>
        <p:txBody>
          <a:bodyPr spcFirstLastPara="1" wrap="square" lIns="76175" tIns="76175" rIns="76175" bIns="7617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050219" y="579260"/>
            <a:ext cx="3146352" cy="2956200"/>
          </a:xfrm>
          <a:prstGeom prst="rect">
            <a:avLst/>
          </a:prstGeom>
        </p:spPr>
        <p:txBody>
          <a:bodyPr spcFirstLastPara="1" wrap="square" lIns="76175" tIns="76175" rIns="76175" bIns="76175" anchor="ctr" anchorCtr="0">
            <a:norm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6947122" y="3730573"/>
            <a:ext cx="450016" cy="315000"/>
          </a:xfrm>
          <a:prstGeom prst="rect">
            <a:avLst/>
          </a:prstGeom>
        </p:spPr>
        <p:txBody>
          <a:bodyPr spcFirstLastPara="1" wrap="square" lIns="76175" tIns="76175" rIns="76175" bIns="7617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255583" y="3384460"/>
            <a:ext cx="4918924" cy="484200"/>
          </a:xfrm>
          <a:prstGeom prst="rect">
            <a:avLst/>
          </a:prstGeom>
        </p:spPr>
        <p:txBody>
          <a:bodyPr spcFirstLastPara="1" wrap="square" lIns="76175" tIns="76175" rIns="76175" bIns="7617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6947122" y="3730573"/>
            <a:ext cx="450016" cy="315000"/>
          </a:xfrm>
          <a:prstGeom prst="rect">
            <a:avLst/>
          </a:prstGeom>
        </p:spPr>
        <p:txBody>
          <a:bodyPr spcFirstLastPara="1" wrap="square" lIns="76175" tIns="76175" rIns="76175" bIns="7617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255583" y="884900"/>
            <a:ext cx="6986683" cy="1570800"/>
          </a:xfrm>
          <a:prstGeom prst="rect">
            <a:avLst/>
          </a:prstGeom>
        </p:spPr>
        <p:txBody>
          <a:bodyPr spcFirstLastPara="1" wrap="square" lIns="76175" tIns="76175" rIns="76175" bIns="7617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255583" y="2521780"/>
            <a:ext cx="6986683" cy="1040700"/>
          </a:xfrm>
          <a:prstGeom prst="rect">
            <a:avLst/>
          </a:prstGeom>
        </p:spPr>
        <p:txBody>
          <a:bodyPr spcFirstLastPara="1" wrap="square" lIns="76175" tIns="76175" rIns="76175" bIns="76175" anchor="t" anchorCtr="0">
            <a:normAutofit/>
          </a:bodyPr>
          <a:lstStyle>
            <a:lvl1pPr marL="457200" lvl="0" indent="-32385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6947122" y="3730573"/>
            <a:ext cx="450016" cy="315000"/>
          </a:xfrm>
          <a:prstGeom prst="rect">
            <a:avLst/>
          </a:prstGeom>
        </p:spPr>
        <p:txBody>
          <a:bodyPr spcFirstLastPara="1" wrap="square" lIns="76175" tIns="76175" rIns="76175" bIns="7617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6947122" y="3730573"/>
            <a:ext cx="450016" cy="315000"/>
          </a:xfrm>
          <a:prstGeom prst="rect">
            <a:avLst/>
          </a:prstGeom>
        </p:spPr>
        <p:txBody>
          <a:bodyPr spcFirstLastPara="1" wrap="square" lIns="76175" tIns="76175" rIns="76175" bIns="7617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55583" y="356020"/>
            <a:ext cx="6986683" cy="4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175" tIns="76175" rIns="76175" bIns="7617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55583" y="921980"/>
            <a:ext cx="6986683" cy="27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175" tIns="76175" rIns="76175" bIns="76175" anchor="t" anchorCtr="0">
            <a:normAutofit/>
          </a:bodyPr>
          <a:lstStyle>
            <a:lvl1pPr marL="457200" lvl="0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  <a:defRPr sz="1500">
                <a:solidFill>
                  <a:schemeClr val="dk2"/>
                </a:solidFill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6947122" y="3730573"/>
            <a:ext cx="450016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175" tIns="76175" rIns="76175" bIns="76175" anchor="ctr" anchorCtr="0">
            <a:normAutofit/>
          </a:bodyPr>
          <a:lstStyle>
            <a:lvl1pPr lvl="0" algn="r">
              <a:buNone/>
              <a:defRPr sz="800">
                <a:solidFill>
                  <a:schemeClr val="dk2"/>
                </a:solidFill>
              </a:defRPr>
            </a:lvl1pPr>
            <a:lvl2pPr lvl="1" algn="r">
              <a:buNone/>
              <a:defRPr sz="800">
                <a:solidFill>
                  <a:schemeClr val="dk2"/>
                </a:solidFill>
              </a:defRPr>
            </a:lvl2pPr>
            <a:lvl3pPr lvl="2" algn="r">
              <a:buNone/>
              <a:defRPr sz="800">
                <a:solidFill>
                  <a:schemeClr val="dk2"/>
                </a:solidFill>
              </a:defRPr>
            </a:lvl3pPr>
            <a:lvl4pPr lvl="3" algn="r">
              <a:buNone/>
              <a:defRPr sz="800">
                <a:solidFill>
                  <a:schemeClr val="dk2"/>
                </a:solidFill>
              </a:defRPr>
            </a:lvl4pPr>
            <a:lvl5pPr lvl="4" algn="r">
              <a:buNone/>
              <a:defRPr sz="800">
                <a:solidFill>
                  <a:schemeClr val="dk2"/>
                </a:solidFill>
              </a:defRPr>
            </a:lvl5pPr>
            <a:lvl6pPr lvl="5" algn="r">
              <a:buNone/>
              <a:defRPr sz="800">
                <a:solidFill>
                  <a:schemeClr val="dk2"/>
                </a:solidFill>
              </a:defRPr>
            </a:lvl6pPr>
            <a:lvl7pPr lvl="6" algn="r">
              <a:buNone/>
              <a:defRPr sz="800">
                <a:solidFill>
                  <a:schemeClr val="dk2"/>
                </a:solidFill>
              </a:defRPr>
            </a:lvl7pPr>
            <a:lvl8pPr lvl="7" algn="r">
              <a:buNone/>
              <a:defRPr sz="800">
                <a:solidFill>
                  <a:schemeClr val="dk2"/>
                </a:solidFill>
              </a:defRPr>
            </a:lvl8pPr>
            <a:lvl9pPr lvl="8" algn="r">
              <a:buNone/>
              <a:defRPr sz="8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4;p13">
            <a:extLst>
              <a:ext uri="{FF2B5EF4-FFF2-40B4-BE49-F238E27FC236}">
                <a16:creationId xmlns:a16="http://schemas.microsoft.com/office/drawing/2014/main" id="{C2F767F5-45FF-430C-6332-8C813530727D}"/>
              </a:ext>
            </a:extLst>
          </p:cNvPr>
          <p:cNvSpPr/>
          <p:nvPr/>
        </p:nvSpPr>
        <p:spPr>
          <a:xfrm>
            <a:off x="0" y="2374425"/>
            <a:ext cx="914400" cy="1740375"/>
          </a:xfrm>
          <a:prstGeom prst="roundRect">
            <a:avLst>
              <a:gd name="adj" fmla="val 403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3" name="Google Shape;62;p13">
            <a:extLst>
              <a:ext uri="{FF2B5EF4-FFF2-40B4-BE49-F238E27FC236}">
                <a16:creationId xmlns:a16="http://schemas.microsoft.com/office/drawing/2014/main" id="{5E0C6176-5234-5191-8EC8-2171B3FBC52A}"/>
              </a:ext>
            </a:extLst>
          </p:cNvPr>
          <p:cNvCxnSpPr>
            <a:cxnSpLocks/>
          </p:cNvCxnSpPr>
          <p:nvPr/>
        </p:nvCxnSpPr>
        <p:spPr>
          <a:xfrm>
            <a:off x="459016" y="2694125"/>
            <a:ext cx="131" cy="137124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0" name="Google Shape;62;p13">
            <a:extLst>
              <a:ext uri="{FF2B5EF4-FFF2-40B4-BE49-F238E27FC236}">
                <a16:creationId xmlns:a16="http://schemas.microsoft.com/office/drawing/2014/main" id="{DB2E0917-AA24-3164-616A-3510F79A6D91}"/>
              </a:ext>
            </a:extLst>
          </p:cNvPr>
          <p:cNvCxnSpPr>
            <a:cxnSpLocks/>
          </p:cNvCxnSpPr>
          <p:nvPr/>
        </p:nvCxnSpPr>
        <p:spPr>
          <a:xfrm>
            <a:off x="459016" y="3961626"/>
            <a:ext cx="131" cy="137124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" name="Google Shape;56;p13">
            <a:extLst>
              <a:ext uri="{FF2B5EF4-FFF2-40B4-BE49-F238E27FC236}">
                <a16:creationId xmlns:a16="http://schemas.microsoft.com/office/drawing/2014/main" id="{400CFB80-BF26-8719-F6A4-93E108AFB262}"/>
              </a:ext>
            </a:extLst>
          </p:cNvPr>
          <p:cNvSpPr txBox="1"/>
          <p:nvPr/>
        </p:nvSpPr>
        <p:spPr>
          <a:xfrm>
            <a:off x="0" y="0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600" b="1" dirty="0">
                <a:solidFill>
                  <a:srgbClr val="000000"/>
                </a:solidFill>
              </a:rPr>
              <a:t>AFT </a:t>
            </a:r>
            <a:r>
              <a:rPr lang="en" sz="1600" b="1" dirty="0"/>
              <a:t>(C)</a:t>
            </a:r>
            <a:endParaRPr sz="1600" b="1" dirty="0">
              <a:solidFill>
                <a:srgbClr val="000000"/>
              </a:solidFill>
            </a:endParaRPr>
          </a:p>
        </p:txBody>
      </p:sp>
      <p:sp>
        <p:nvSpPr>
          <p:cNvPr id="6" name="Google Shape;57;p13">
            <a:extLst>
              <a:ext uri="{FF2B5EF4-FFF2-40B4-BE49-F238E27FC236}">
                <a16:creationId xmlns:a16="http://schemas.microsoft.com/office/drawing/2014/main" id="{918FEEE2-A9C5-6D86-E74E-7BB3A1CE9956}"/>
              </a:ext>
            </a:extLst>
          </p:cNvPr>
          <p:cNvSpPr/>
          <p:nvPr/>
        </p:nvSpPr>
        <p:spPr>
          <a:xfrm>
            <a:off x="47601" y="2527438"/>
            <a:ext cx="822960" cy="180000"/>
          </a:xfrm>
          <a:prstGeom prst="rect">
            <a:avLst/>
          </a:prstGeom>
          <a:solidFill>
            <a:srgbClr val="FFF2CC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Linear (C)</a:t>
            </a:r>
            <a:endParaRPr sz="1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58;p13">
            <a:extLst>
              <a:ext uri="{FF2B5EF4-FFF2-40B4-BE49-F238E27FC236}">
                <a16:creationId xmlns:a16="http://schemas.microsoft.com/office/drawing/2014/main" id="{462376BC-99AE-9496-40A4-17C7FDCAA184}"/>
              </a:ext>
            </a:extLst>
          </p:cNvPr>
          <p:cNvSpPr/>
          <p:nvPr/>
        </p:nvSpPr>
        <p:spPr>
          <a:xfrm>
            <a:off x="47601" y="3153650"/>
            <a:ext cx="822960" cy="180000"/>
          </a:xfrm>
          <a:prstGeom prst="rect">
            <a:avLst/>
          </a:prstGeom>
          <a:solidFill>
            <a:srgbClr val="FFF2CC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Linear (C)</a:t>
            </a:r>
            <a:endParaRPr sz="1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" name="Google Shape;62;p13">
            <a:extLst>
              <a:ext uri="{FF2B5EF4-FFF2-40B4-BE49-F238E27FC236}">
                <a16:creationId xmlns:a16="http://schemas.microsoft.com/office/drawing/2014/main" id="{5725675D-3EF3-723B-863C-32F80C41FD70}"/>
              </a:ext>
            </a:extLst>
          </p:cNvPr>
          <p:cNvCxnSpPr>
            <a:cxnSpLocks/>
          </p:cNvCxnSpPr>
          <p:nvPr/>
        </p:nvCxnSpPr>
        <p:spPr>
          <a:xfrm>
            <a:off x="459016" y="2388555"/>
            <a:ext cx="131" cy="137124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" name="Google Shape;63;p13">
            <a:extLst>
              <a:ext uri="{FF2B5EF4-FFF2-40B4-BE49-F238E27FC236}">
                <a16:creationId xmlns:a16="http://schemas.microsoft.com/office/drawing/2014/main" id="{19F8E507-5856-1A58-4C8F-F473DAC51C4A}"/>
              </a:ext>
            </a:extLst>
          </p:cNvPr>
          <p:cNvSpPr txBox="1"/>
          <p:nvPr/>
        </p:nvSpPr>
        <p:spPr>
          <a:xfrm>
            <a:off x="0" y="1867133"/>
            <a:ext cx="9144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27432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</a:rPr>
              <a:t>AFT </a:t>
            </a:r>
            <a:endParaRPr sz="1600" b="1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</a:rPr>
              <a:t>Block (C)</a:t>
            </a:r>
            <a:endParaRPr dirty="0"/>
          </a:p>
        </p:txBody>
      </p:sp>
      <p:sp>
        <p:nvSpPr>
          <p:cNvPr id="13" name="Google Shape;64;p13">
            <a:extLst>
              <a:ext uri="{FF2B5EF4-FFF2-40B4-BE49-F238E27FC236}">
                <a16:creationId xmlns:a16="http://schemas.microsoft.com/office/drawing/2014/main" id="{B5447198-C686-A42A-1F49-B96176D8B7FD}"/>
              </a:ext>
            </a:extLst>
          </p:cNvPr>
          <p:cNvSpPr/>
          <p:nvPr/>
        </p:nvSpPr>
        <p:spPr>
          <a:xfrm>
            <a:off x="956589" y="271425"/>
            <a:ext cx="6541173" cy="2103000"/>
          </a:xfrm>
          <a:prstGeom prst="roundRect">
            <a:avLst>
              <a:gd name="adj" fmla="val 2092"/>
            </a:avLst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65;p13">
            <a:extLst>
              <a:ext uri="{FF2B5EF4-FFF2-40B4-BE49-F238E27FC236}">
                <a16:creationId xmlns:a16="http://schemas.microsoft.com/office/drawing/2014/main" id="{ED029981-F5AB-2F3A-F89D-9EB50C4DB9A0}"/>
              </a:ext>
            </a:extLst>
          </p:cNvPr>
          <p:cNvSpPr/>
          <p:nvPr/>
        </p:nvSpPr>
        <p:spPr>
          <a:xfrm>
            <a:off x="6624162" y="459435"/>
            <a:ext cx="500400" cy="1668300"/>
          </a:xfrm>
          <a:prstGeom prst="cube">
            <a:avLst>
              <a:gd name="adj" fmla="val 92423"/>
            </a:avLst>
          </a:prstGeom>
          <a:solidFill>
            <a:srgbClr val="A6DFFA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66;p13">
            <a:extLst>
              <a:ext uri="{FF2B5EF4-FFF2-40B4-BE49-F238E27FC236}">
                <a16:creationId xmlns:a16="http://schemas.microsoft.com/office/drawing/2014/main" id="{18E7F1A4-0B9F-D7B3-8CF7-16D90A947074}"/>
              </a:ext>
            </a:extLst>
          </p:cNvPr>
          <p:cNvSpPr txBox="1"/>
          <p:nvPr/>
        </p:nvSpPr>
        <p:spPr>
          <a:xfrm>
            <a:off x="956589" y="-2775"/>
            <a:ext cx="6537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600" b="1" dirty="0" err="1"/>
              <a:t>C</a:t>
            </a:r>
            <a:r>
              <a:rPr lang="en" sz="1600" b="1" dirty="0" err="1">
                <a:solidFill>
                  <a:srgbClr val="000000"/>
                </a:solidFill>
              </a:rPr>
              <a:t>UNet</a:t>
            </a:r>
            <a:r>
              <a:rPr lang="en" sz="1600" b="1" dirty="0"/>
              <a:t> (C)</a:t>
            </a:r>
            <a:endParaRPr sz="1600" b="1" dirty="0">
              <a:solidFill>
                <a:srgbClr val="000000"/>
              </a:solidFill>
            </a:endParaRPr>
          </a:p>
        </p:txBody>
      </p:sp>
      <p:sp>
        <p:nvSpPr>
          <p:cNvPr id="16" name="Google Shape;67;p13">
            <a:extLst>
              <a:ext uri="{FF2B5EF4-FFF2-40B4-BE49-F238E27FC236}">
                <a16:creationId xmlns:a16="http://schemas.microsoft.com/office/drawing/2014/main" id="{945C2B6E-BCC1-6A68-F2B6-1130FDBD4D74}"/>
              </a:ext>
            </a:extLst>
          </p:cNvPr>
          <p:cNvSpPr/>
          <p:nvPr/>
        </p:nvSpPr>
        <p:spPr>
          <a:xfrm>
            <a:off x="956580" y="2651760"/>
            <a:ext cx="3246000" cy="1463100"/>
          </a:xfrm>
          <a:prstGeom prst="roundRect">
            <a:avLst>
              <a:gd name="adj" fmla="val 3422"/>
            </a:avLst>
          </a:prstGeom>
          <a:solidFill>
            <a:srgbClr val="E7E6E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68;p13">
            <a:extLst>
              <a:ext uri="{FF2B5EF4-FFF2-40B4-BE49-F238E27FC236}">
                <a16:creationId xmlns:a16="http://schemas.microsoft.com/office/drawing/2014/main" id="{1B5CE44B-EF5F-9B17-8CA8-66EEA3B6E3BA}"/>
              </a:ext>
            </a:extLst>
          </p:cNvPr>
          <p:cNvSpPr/>
          <p:nvPr/>
        </p:nvSpPr>
        <p:spPr>
          <a:xfrm rot="16200000">
            <a:off x="936223" y="3083223"/>
            <a:ext cx="951000" cy="274200"/>
          </a:xfrm>
          <a:prstGeom prst="rect">
            <a:avLst/>
          </a:prstGeom>
          <a:solidFill>
            <a:srgbClr val="FFF2CC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 (C)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69;p13">
            <a:extLst>
              <a:ext uri="{FF2B5EF4-FFF2-40B4-BE49-F238E27FC236}">
                <a16:creationId xmlns:a16="http://schemas.microsoft.com/office/drawing/2014/main" id="{494591E1-93E2-7F48-CD7B-BC28943490DF}"/>
              </a:ext>
            </a:extLst>
          </p:cNvPr>
          <p:cNvSpPr/>
          <p:nvPr/>
        </p:nvSpPr>
        <p:spPr>
          <a:xfrm rot="16200000">
            <a:off x="1873445" y="3084247"/>
            <a:ext cx="722400" cy="274200"/>
          </a:xfrm>
          <a:prstGeom prst="rect">
            <a:avLst/>
          </a:prstGeom>
          <a:solidFill>
            <a:srgbClr val="FFD966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ReLU</a:t>
            </a:r>
            <a:r>
              <a:rPr lang="en" sz="1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(C)</a:t>
            </a:r>
            <a:endParaRPr sz="1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70;p13">
            <a:extLst>
              <a:ext uri="{FF2B5EF4-FFF2-40B4-BE49-F238E27FC236}">
                <a16:creationId xmlns:a16="http://schemas.microsoft.com/office/drawing/2014/main" id="{E518F942-78D2-7E61-946C-4FAC9E36210F}"/>
              </a:ext>
            </a:extLst>
          </p:cNvPr>
          <p:cNvSpPr/>
          <p:nvPr/>
        </p:nvSpPr>
        <p:spPr>
          <a:xfrm rot="16200000">
            <a:off x="1289210" y="3083220"/>
            <a:ext cx="1060800" cy="274200"/>
          </a:xfrm>
          <a:prstGeom prst="rect">
            <a:avLst/>
          </a:prstGeom>
          <a:solidFill>
            <a:srgbClr val="E1EFD8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Group</a:t>
            </a:r>
            <a:r>
              <a:rPr lang="en" sz="1000"/>
              <a:t>N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orm (C)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72;p13">
            <a:extLst>
              <a:ext uri="{FF2B5EF4-FFF2-40B4-BE49-F238E27FC236}">
                <a16:creationId xmlns:a16="http://schemas.microsoft.com/office/drawing/2014/main" id="{FF74C7C2-7399-8469-3E8B-06018586A87D}"/>
              </a:ext>
            </a:extLst>
          </p:cNvPr>
          <p:cNvSpPr/>
          <p:nvPr/>
        </p:nvSpPr>
        <p:spPr>
          <a:xfrm>
            <a:off x="3341469" y="3108840"/>
            <a:ext cx="228600" cy="228600"/>
          </a:xfrm>
          <a:prstGeom prst="flowChartConnector">
            <a:avLst/>
          </a:prstGeom>
          <a:solidFill>
            <a:srgbClr val="FBE4D4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73;p13" descr="wpsoffice">
            <a:extLst>
              <a:ext uri="{FF2B5EF4-FFF2-40B4-BE49-F238E27FC236}">
                <a16:creationId xmlns:a16="http://schemas.microsoft.com/office/drawing/2014/main" id="{8D6BFB5C-5A5E-67F2-B66A-3F57EF0B022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92830" y="3160821"/>
            <a:ext cx="125878" cy="12463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74;p13">
            <a:extLst>
              <a:ext uri="{FF2B5EF4-FFF2-40B4-BE49-F238E27FC236}">
                <a16:creationId xmlns:a16="http://schemas.microsoft.com/office/drawing/2014/main" id="{844E75D4-B9BA-0FCF-E412-F8324487CD9E}"/>
              </a:ext>
            </a:extLst>
          </p:cNvPr>
          <p:cNvSpPr/>
          <p:nvPr/>
        </p:nvSpPr>
        <p:spPr>
          <a:xfrm rot="16200000">
            <a:off x="2174054" y="3083230"/>
            <a:ext cx="951000" cy="274200"/>
          </a:xfrm>
          <a:prstGeom prst="rect">
            <a:avLst/>
          </a:prstGeom>
          <a:solidFill>
            <a:srgbClr val="FFF2CC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</a:t>
            </a:r>
            <a:r>
              <a:rPr lang="en" sz="1000" dirty="0"/>
              <a:t> </a:t>
            </a:r>
            <a:r>
              <a:rPr lang="en" sz="1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</a:t>
            </a:r>
            <a:endParaRPr sz="1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75;p13">
            <a:extLst>
              <a:ext uri="{FF2B5EF4-FFF2-40B4-BE49-F238E27FC236}">
                <a16:creationId xmlns:a16="http://schemas.microsoft.com/office/drawing/2014/main" id="{DE9155E2-E38A-4C8E-419C-1A1D98D02EC1}"/>
              </a:ext>
            </a:extLst>
          </p:cNvPr>
          <p:cNvSpPr/>
          <p:nvPr/>
        </p:nvSpPr>
        <p:spPr>
          <a:xfrm>
            <a:off x="1454345" y="3794760"/>
            <a:ext cx="951000" cy="274200"/>
          </a:xfrm>
          <a:prstGeom prst="rect">
            <a:avLst/>
          </a:prstGeom>
          <a:solidFill>
            <a:srgbClr val="FFF2CC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1x1 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 (C</a:t>
            </a:r>
            <a:r>
              <a:rPr lang="en" sz="1000"/>
              <a:t>)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76;p13">
            <a:extLst>
              <a:ext uri="{FF2B5EF4-FFF2-40B4-BE49-F238E27FC236}">
                <a16:creationId xmlns:a16="http://schemas.microsoft.com/office/drawing/2014/main" id="{4AFCDC02-A0E7-2225-BDF2-DCC7A7D8A282}"/>
              </a:ext>
            </a:extLst>
          </p:cNvPr>
          <p:cNvSpPr/>
          <p:nvPr/>
        </p:nvSpPr>
        <p:spPr>
          <a:xfrm>
            <a:off x="2925369" y="3794760"/>
            <a:ext cx="1060800" cy="274200"/>
          </a:xfrm>
          <a:prstGeom prst="rect">
            <a:avLst/>
          </a:prstGeom>
          <a:solidFill>
            <a:srgbClr val="E1EFD8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</a:rPr>
              <a:t>GroupNorm (C)</a:t>
            </a:r>
            <a:endParaRPr sz="1000"/>
          </a:p>
        </p:txBody>
      </p:sp>
      <p:sp>
        <p:nvSpPr>
          <p:cNvPr id="25" name="Google Shape;77;p13">
            <a:extLst>
              <a:ext uri="{FF2B5EF4-FFF2-40B4-BE49-F238E27FC236}">
                <a16:creationId xmlns:a16="http://schemas.microsoft.com/office/drawing/2014/main" id="{07E8D90D-7576-8470-097B-E1D9969256F8}"/>
              </a:ext>
            </a:extLst>
          </p:cNvPr>
          <p:cNvSpPr/>
          <p:nvPr/>
        </p:nvSpPr>
        <p:spPr>
          <a:xfrm rot="16200000">
            <a:off x="2533902" y="3084255"/>
            <a:ext cx="1060800" cy="274200"/>
          </a:xfrm>
          <a:prstGeom prst="rect">
            <a:avLst/>
          </a:prstGeom>
          <a:solidFill>
            <a:srgbClr val="E1EFD8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</a:rPr>
              <a:t>GroupNorm (C)</a:t>
            </a:r>
            <a:endParaRPr sz="1000"/>
          </a:p>
        </p:txBody>
      </p:sp>
      <p:sp>
        <p:nvSpPr>
          <p:cNvPr id="26" name="Google Shape;78;p13">
            <a:extLst>
              <a:ext uri="{FF2B5EF4-FFF2-40B4-BE49-F238E27FC236}">
                <a16:creationId xmlns:a16="http://schemas.microsoft.com/office/drawing/2014/main" id="{2D121769-C035-902E-656A-4377492F2C42}"/>
              </a:ext>
            </a:extLst>
          </p:cNvPr>
          <p:cNvSpPr/>
          <p:nvPr/>
        </p:nvSpPr>
        <p:spPr>
          <a:xfrm rot="16200000">
            <a:off x="3486610" y="3084247"/>
            <a:ext cx="722400" cy="274200"/>
          </a:xfrm>
          <a:prstGeom prst="rect">
            <a:avLst/>
          </a:prstGeom>
          <a:solidFill>
            <a:srgbClr val="FFD966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ReLU (</a:t>
            </a:r>
            <a:r>
              <a:rPr lang="en" sz="1000"/>
              <a:t>C)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" name="Google Shape;79;p13">
            <a:extLst>
              <a:ext uri="{FF2B5EF4-FFF2-40B4-BE49-F238E27FC236}">
                <a16:creationId xmlns:a16="http://schemas.microsoft.com/office/drawing/2014/main" id="{A43052B0-9CDB-CFAD-9536-FBA78F953D28}"/>
              </a:ext>
            </a:extLst>
          </p:cNvPr>
          <p:cNvCxnSpPr>
            <a:endCxn id="17" idx="0"/>
          </p:cNvCxnSpPr>
          <p:nvPr/>
        </p:nvCxnSpPr>
        <p:spPr>
          <a:xfrm>
            <a:off x="1057723" y="3220323"/>
            <a:ext cx="2169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8" name="Google Shape;80;p13">
            <a:extLst>
              <a:ext uri="{FF2B5EF4-FFF2-40B4-BE49-F238E27FC236}">
                <a16:creationId xmlns:a16="http://schemas.microsoft.com/office/drawing/2014/main" id="{A34DA428-7B06-2F94-622F-650EA6EE4516}"/>
              </a:ext>
            </a:extLst>
          </p:cNvPr>
          <p:cNvCxnSpPr>
            <a:stCxn id="19" idx="2"/>
            <a:endCxn id="18" idx="0"/>
          </p:cNvCxnSpPr>
          <p:nvPr/>
        </p:nvCxnSpPr>
        <p:spPr>
          <a:xfrm>
            <a:off x="1956710" y="3220320"/>
            <a:ext cx="140835" cy="1027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9" name="Google Shape;81;p13">
            <a:extLst>
              <a:ext uri="{FF2B5EF4-FFF2-40B4-BE49-F238E27FC236}">
                <a16:creationId xmlns:a16="http://schemas.microsoft.com/office/drawing/2014/main" id="{A433AB91-C0EE-9CA4-26C0-1F473FE22277}"/>
              </a:ext>
            </a:extLst>
          </p:cNvPr>
          <p:cNvCxnSpPr>
            <a:stCxn id="22" idx="2"/>
            <a:endCxn id="25" idx="0"/>
          </p:cNvCxnSpPr>
          <p:nvPr/>
        </p:nvCxnSpPr>
        <p:spPr>
          <a:xfrm>
            <a:off x="2786654" y="3220330"/>
            <a:ext cx="140548" cy="1025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0" name="Google Shape;82;p13">
            <a:extLst>
              <a:ext uri="{FF2B5EF4-FFF2-40B4-BE49-F238E27FC236}">
                <a16:creationId xmlns:a16="http://schemas.microsoft.com/office/drawing/2014/main" id="{11F57E03-CD2D-0174-1D06-FA0F2F5623F4}"/>
              </a:ext>
            </a:extLst>
          </p:cNvPr>
          <p:cNvCxnSpPr>
            <a:cxnSpLocks/>
            <a:stCxn id="20" idx="6"/>
            <a:endCxn id="26" idx="0"/>
          </p:cNvCxnSpPr>
          <p:nvPr/>
        </p:nvCxnSpPr>
        <p:spPr>
          <a:xfrm flipV="1">
            <a:off x="3570069" y="3221347"/>
            <a:ext cx="140641" cy="1793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1" name="Google Shape;83;p13">
            <a:extLst>
              <a:ext uri="{FF2B5EF4-FFF2-40B4-BE49-F238E27FC236}">
                <a16:creationId xmlns:a16="http://schemas.microsoft.com/office/drawing/2014/main" id="{C0F40467-F73D-3B28-861D-1B7B4B5E05F7}"/>
              </a:ext>
            </a:extLst>
          </p:cNvPr>
          <p:cNvCxnSpPr>
            <a:stCxn id="17" idx="2"/>
            <a:endCxn id="19" idx="0"/>
          </p:cNvCxnSpPr>
          <p:nvPr/>
        </p:nvCxnSpPr>
        <p:spPr>
          <a:xfrm flipV="1">
            <a:off x="1548823" y="3220320"/>
            <a:ext cx="133687" cy="3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2" name="Google Shape;84;p13">
            <a:extLst>
              <a:ext uri="{FF2B5EF4-FFF2-40B4-BE49-F238E27FC236}">
                <a16:creationId xmlns:a16="http://schemas.microsoft.com/office/drawing/2014/main" id="{E6F71072-1601-9DDE-1D41-6852DB3C85D2}"/>
              </a:ext>
            </a:extLst>
          </p:cNvPr>
          <p:cNvCxnSpPr>
            <a:stCxn id="25" idx="2"/>
            <a:endCxn id="20" idx="2"/>
          </p:cNvCxnSpPr>
          <p:nvPr/>
        </p:nvCxnSpPr>
        <p:spPr>
          <a:xfrm>
            <a:off x="3201402" y="3221355"/>
            <a:ext cx="140067" cy="1785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3" name="Google Shape;85;p13">
            <a:extLst>
              <a:ext uri="{FF2B5EF4-FFF2-40B4-BE49-F238E27FC236}">
                <a16:creationId xmlns:a16="http://schemas.microsoft.com/office/drawing/2014/main" id="{B7A4BE5E-DC24-BAC2-503B-510ED413608A}"/>
              </a:ext>
            </a:extLst>
          </p:cNvPr>
          <p:cNvCxnSpPr>
            <a:stCxn id="26" idx="2"/>
          </p:cNvCxnSpPr>
          <p:nvPr/>
        </p:nvCxnSpPr>
        <p:spPr>
          <a:xfrm>
            <a:off x="3984910" y="3221347"/>
            <a:ext cx="13716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4" name="Google Shape;86;p13">
            <a:extLst>
              <a:ext uri="{FF2B5EF4-FFF2-40B4-BE49-F238E27FC236}">
                <a16:creationId xmlns:a16="http://schemas.microsoft.com/office/drawing/2014/main" id="{EDB6414B-2018-B686-5214-C8A0032D5A23}"/>
              </a:ext>
            </a:extLst>
          </p:cNvPr>
          <p:cNvCxnSpPr>
            <a:cxnSpLocks/>
            <a:stCxn id="18" idx="2"/>
            <a:endCxn id="22" idx="0"/>
          </p:cNvCxnSpPr>
          <p:nvPr/>
        </p:nvCxnSpPr>
        <p:spPr>
          <a:xfrm flipV="1">
            <a:off x="2371745" y="3220330"/>
            <a:ext cx="140709" cy="1017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5" name="Google Shape;87;p13">
            <a:extLst>
              <a:ext uri="{FF2B5EF4-FFF2-40B4-BE49-F238E27FC236}">
                <a16:creationId xmlns:a16="http://schemas.microsoft.com/office/drawing/2014/main" id="{B8150E0B-3CA0-85CF-9197-2160222DC0AA}"/>
              </a:ext>
            </a:extLst>
          </p:cNvPr>
          <p:cNvSpPr/>
          <p:nvPr/>
        </p:nvSpPr>
        <p:spPr>
          <a:xfrm>
            <a:off x="4251890" y="2651760"/>
            <a:ext cx="3246000" cy="1463100"/>
          </a:xfrm>
          <a:prstGeom prst="roundRect">
            <a:avLst>
              <a:gd name="adj" fmla="val 3275"/>
            </a:avLst>
          </a:prstGeom>
          <a:solidFill>
            <a:srgbClr val="A8D08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88;p13">
            <a:extLst>
              <a:ext uri="{FF2B5EF4-FFF2-40B4-BE49-F238E27FC236}">
                <a16:creationId xmlns:a16="http://schemas.microsoft.com/office/drawing/2014/main" id="{7FBCB63E-738C-0698-1E8C-A4F5C4A71484}"/>
              </a:ext>
            </a:extLst>
          </p:cNvPr>
          <p:cNvSpPr/>
          <p:nvPr/>
        </p:nvSpPr>
        <p:spPr>
          <a:xfrm>
            <a:off x="4663780" y="2937369"/>
            <a:ext cx="694800" cy="274200"/>
          </a:xfrm>
          <a:prstGeom prst="rect">
            <a:avLst/>
          </a:prstGeom>
          <a:solidFill>
            <a:srgbClr val="FFF2CC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 (C)</a:t>
            </a:r>
            <a:endParaRPr sz="1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89;p13">
            <a:extLst>
              <a:ext uri="{FF2B5EF4-FFF2-40B4-BE49-F238E27FC236}">
                <a16:creationId xmlns:a16="http://schemas.microsoft.com/office/drawing/2014/main" id="{46F9A047-F64A-A20B-DF97-B973267D7F3C}"/>
              </a:ext>
            </a:extLst>
          </p:cNvPr>
          <p:cNvSpPr txBox="1"/>
          <p:nvPr/>
        </p:nvSpPr>
        <p:spPr>
          <a:xfrm>
            <a:off x="4405288" y="2958002"/>
            <a:ext cx="70532" cy="18288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non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 sz="1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90;p13">
            <a:extLst>
              <a:ext uri="{FF2B5EF4-FFF2-40B4-BE49-F238E27FC236}">
                <a16:creationId xmlns:a16="http://schemas.microsoft.com/office/drawing/2014/main" id="{FEBFC8E5-CD23-DF5A-9419-9F5D3FA2521A}"/>
              </a:ext>
            </a:extLst>
          </p:cNvPr>
          <p:cNvSpPr txBox="1"/>
          <p:nvPr/>
        </p:nvSpPr>
        <p:spPr>
          <a:xfrm>
            <a:off x="4418743" y="3551301"/>
            <a:ext cx="6412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sz="1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91;p13">
            <a:extLst>
              <a:ext uri="{FF2B5EF4-FFF2-40B4-BE49-F238E27FC236}">
                <a16:creationId xmlns:a16="http://schemas.microsoft.com/office/drawing/2014/main" id="{312E2E46-C47C-8B15-A15E-8E669D89284F}"/>
              </a:ext>
            </a:extLst>
          </p:cNvPr>
          <p:cNvSpPr/>
          <p:nvPr/>
        </p:nvSpPr>
        <p:spPr>
          <a:xfrm>
            <a:off x="4663780" y="3507345"/>
            <a:ext cx="694800" cy="274200"/>
          </a:xfrm>
          <a:prstGeom prst="rect">
            <a:avLst/>
          </a:prstGeom>
          <a:solidFill>
            <a:srgbClr val="FFF2CC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</a:rPr>
              <a:t>Conv (C)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92;p13">
            <a:extLst>
              <a:ext uri="{FF2B5EF4-FFF2-40B4-BE49-F238E27FC236}">
                <a16:creationId xmlns:a16="http://schemas.microsoft.com/office/drawing/2014/main" id="{4845DF79-3B90-3D56-0F2C-F044BE82E362}"/>
              </a:ext>
            </a:extLst>
          </p:cNvPr>
          <p:cNvSpPr/>
          <p:nvPr/>
        </p:nvSpPr>
        <p:spPr>
          <a:xfrm rot="16200000">
            <a:off x="5505704" y="3230336"/>
            <a:ext cx="722400" cy="274200"/>
          </a:xfrm>
          <a:prstGeom prst="rect">
            <a:avLst/>
          </a:prstGeom>
          <a:solidFill>
            <a:srgbClr val="FFD966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</a:rPr>
              <a:t>ReLU (C)</a:t>
            </a:r>
            <a:endParaRPr sz="1000"/>
          </a:p>
        </p:txBody>
      </p:sp>
      <p:sp>
        <p:nvSpPr>
          <p:cNvPr id="41" name="Google Shape;94;p13">
            <a:extLst>
              <a:ext uri="{FF2B5EF4-FFF2-40B4-BE49-F238E27FC236}">
                <a16:creationId xmlns:a16="http://schemas.microsoft.com/office/drawing/2014/main" id="{2A53080E-EE03-AF81-10BD-6D49DA712285}"/>
              </a:ext>
            </a:extLst>
          </p:cNvPr>
          <p:cNvSpPr/>
          <p:nvPr/>
        </p:nvSpPr>
        <p:spPr>
          <a:xfrm>
            <a:off x="5362463" y="3250771"/>
            <a:ext cx="228600" cy="228600"/>
          </a:xfrm>
          <a:prstGeom prst="flowChartConnector">
            <a:avLst/>
          </a:prstGeom>
          <a:solidFill>
            <a:srgbClr val="FBE4D4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" name="Google Shape;95;p13" descr="wpsoffice">
            <a:extLst>
              <a:ext uri="{FF2B5EF4-FFF2-40B4-BE49-F238E27FC236}">
                <a16:creationId xmlns:a16="http://schemas.microsoft.com/office/drawing/2014/main" id="{9FE4F073-0451-8AD4-DA62-654E30585B8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10804" y="3303743"/>
            <a:ext cx="131919" cy="12641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96;p13">
            <a:extLst>
              <a:ext uri="{FF2B5EF4-FFF2-40B4-BE49-F238E27FC236}">
                <a16:creationId xmlns:a16="http://schemas.microsoft.com/office/drawing/2014/main" id="{2DD9667D-3DB6-70EB-96C4-63FAFF890BE7}"/>
              </a:ext>
            </a:extLst>
          </p:cNvPr>
          <p:cNvSpPr/>
          <p:nvPr/>
        </p:nvSpPr>
        <p:spPr>
          <a:xfrm rot="16200000">
            <a:off x="5933368" y="3232078"/>
            <a:ext cx="694800" cy="274200"/>
          </a:xfrm>
          <a:prstGeom prst="rect">
            <a:avLst/>
          </a:prstGeom>
          <a:solidFill>
            <a:srgbClr val="FFF2CC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</a:rPr>
              <a:t>Conv (C)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97;p13">
            <a:extLst>
              <a:ext uri="{FF2B5EF4-FFF2-40B4-BE49-F238E27FC236}">
                <a16:creationId xmlns:a16="http://schemas.microsoft.com/office/drawing/2014/main" id="{12A22557-4436-CFFD-C86A-3A7C6CCF39BF}"/>
              </a:ext>
            </a:extLst>
          </p:cNvPr>
          <p:cNvSpPr/>
          <p:nvPr/>
        </p:nvSpPr>
        <p:spPr>
          <a:xfrm rot="16200000">
            <a:off x="6265889" y="3230950"/>
            <a:ext cx="859500" cy="274200"/>
          </a:xfrm>
          <a:prstGeom prst="rect">
            <a:avLst/>
          </a:prstGeom>
          <a:solidFill>
            <a:srgbClr val="FFD966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Sigmoid (C)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99;p13">
            <a:extLst>
              <a:ext uri="{FF2B5EF4-FFF2-40B4-BE49-F238E27FC236}">
                <a16:creationId xmlns:a16="http://schemas.microsoft.com/office/drawing/2014/main" id="{8995E054-0305-5AF2-03A0-7101AF943775}"/>
              </a:ext>
            </a:extLst>
          </p:cNvPr>
          <p:cNvSpPr/>
          <p:nvPr/>
        </p:nvSpPr>
        <p:spPr>
          <a:xfrm>
            <a:off x="6972321" y="3251611"/>
            <a:ext cx="228600" cy="226920"/>
          </a:xfrm>
          <a:prstGeom prst="flowChartConnector">
            <a:avLst/>
          </a:prstGeom>
          <a:solidFill>
            <a:srgbClr val="FBE4D4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" name="Google Shape;100;p13" descr="/private/var/folders/3g/5bsc4zf55z5br2sbc3n6szym0000gn/T/com.kingsoft.wpsoffice.mac/wpsoffice.QBSatRwpsoffice">
            <a:extLst>
              <a:ext uri="{FF2B5EF4-FFF2-40B4-BE49-F238E27FC236}">
                <a16:creationId xmlns:a16="http://schemas.microsoft.com/office/drawing/2014/main" id="{523DAF95-36CD-72D7-CB92-AE6A1348C6A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28209" y="3310421"/>
            <a:ext cx="116824" cy="109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" name="Google Shape;101;p13">
            <a:extLst>
              <a:ext uri="{FF2B5EF4-FFF2-40B4-BE49-F238E27FC236}">
                <a16:creationId xmlns:a16="http://schemas.microsoft.com/office/drawing/2014/main" id="{BF0B8CFF-00FD-88DB-E58B-77571225607D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4524820" y="3074469"/>
            <a:ext cx="138960" cy="0"/>
          </a:xfrm>
          <a:prstGeom prst="straightConnector1">
            <a:avLst/>
          </a:prstGeom>
          <a:noFill/>
          <a:ln w="19050" cap="flat" cmpd="sng">
            <a:solidFill>
              <a:srgbClr val="000000">
                <a:alpha val="93730"/>
              </a:srgbClr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8" name="Google Shape;102;p13">
            <a:extLst>
              <a:ext uri="{FF2B5EF4-FFF2-40B4-BE49-F238E27FC236}">
                <a16:creationId xmlns:a16="http://schemas.microsoft.com/office/drawing/2014/main" id="{B18A5030-42B1-D8F5-F284-D3E91524154A}"/>
              </a:ext>
            </a:extLst>
          </p:cNvPr>
          <p:cNvCxnSpPr>
            <a:stCxn id="36" idx="3"/>
            <a:endCxn id="41" idx="0"/>
          </p:cNvCxnSpPr>
          <p:nvPr/>
        </p:nvCxnSpPr>
        <p:spPr>
          <a:xfrm>
            <a:off x="5358580" y="3074469"/>
            <a:ext cx="118183" cy="176302"/>
          </a:xfrm>
          <a:prstGeom prst="bentConnector2">
            <a:avLst/>
          </a:prstGeom>
          <a:noFill/>
          <a:ln w="19050" cap="flat" cmpd="sng">
            <a:solidFill>
              <a:srgbClr val="000000">
                <a:alpha val="93730"/>
              </a:srgbClr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9" name="Google Shape;103;p13">
            <a:extLst>
              <a:ext uri="{FF2B5EF4-FFF2-40B4-BE49-F238E27FC236}">
                <a16:creationId xmlns:a16="http://schemas.microsoft.com/office/drawing/2014/main" id="{CF6C6094-0AC7-997E-1A5A-6C22684CD966}"/>
              </a:ext>
            </a:extLst>
          </p:cNvPr>
          <p:cNvCxnSpPr>
            <a:stCxn id="39" idx="3"/>
            <a:endCxn id="41" idx="4"/>
          </p:cNvCxnSpPr>
          <p:nvPr/>
        </p:nvCxnSpPr>
        <p:spPr>
          <a:xfrm flipV="1">
            <a:off x="5358580" y="3479371"/>
            <a:ext cx="118183" cy="165074"/>
          </a:xfrm>
          <a:prstGeom prst="bentConnector2">
            <a:avLst/>
          </a:prstGeom>
          <a:noFill/>
          <a:ln w="19050" cap="flat" cmpd="sng">
            <a:solidFill>
              <a:srgbClr val="000000">
                <a:alpha val="93730"/>
              </a:srgbClr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0" name="Google Shape;104;p13">
            <a:extLst>
              <a:ext uri="{FF2B5EF4-FFF2-40B4-BE49-F238E27FC236}">
                <a16:creationId xmlns:a16="http://schemas.microsoft.com/office/drawing/2014/main" id="{EA538089-5598-3D29-BF75-6CB3C8EDA5C2}"/>
              </a:ext>
            </a:extLst>
          </p:cNvPr>
          <p:cNvCxnSpPr>
            <a:stCxn id="41" idx="6"/>
            <a:endCxn id="40" idx="0"/>
          </p:cNvCxnSpPr>
          <p:nvPr/>
        </p:nvCxnSpPr>
        <p:spPr>
          <a:xfrm>
            <a:off x="5591063" y="3365071"/>
            <a:ext cx="138741" cy="2365"/>
          </a:xfrm>
          <a:prstGeom prst="straightConnector1">
            <a:avLst/>
          </a:prstGeom>
          <a:noFill/>
          <a:ln w="19050" cap="flat" cmpd="sng">
            <a:solidFill>
              <a:srgbClr val="000000">
                <a:alpha val="93730"/>
              </a:srgbClr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1" name="Google Shape;105;p13">
            <a:extLst>
              <a:ext uri="{FF2B5EF4-FFF2-40B4-BE49-F238E27FC236}">
                <a16:creationId xmlns:a16="http://schemas.microsoft.com/office/drawing/2014/main" id="{A8D76B08-22A1-FE9D-D669-0E0BEA741E44}"/>
              </a:ext>
            </a:extLst>
          </p:cNvPr>
          <p:cNvCxnSpPr>
            <a:stCxn id="43" idx="2"/>
            <a:endCxn id="44" idx="0"/>
          </p:cNvCxnSpPr>
          <p:nvPr/>
        </p:nvCxnSpPr>
        <p:spPr>
          <a:xfrm flipV="1">
            <a:off x="6417868" y="3368050"/>
            <a:ext cx="140671" cy="1128"/>
          </a:xfrm>
          <a:prstGeom prst="straightConnector1">
            <a:avLst/>
          </a:prstGeom>
          <a:noFill/>
          <a:ln w="19050" cap="flat" cmpd="sng">
            <a:solidFill>
              <a:srgbClr val="000000">
                <a:alpha val="93730"/>
              </a:srgbClr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2" name="Google Shape;106;p13">
            <a:extLst>
              <a:ext uri="{FF2B5EF4-FFF2-40B4-BE49-F238E27FC236}">
                <a16:creationId xmlns:a16="http://schemas.microsoft.com/office/drawing/2014/main" id="{DFA6374D-5868-B818-FED7-F091EA4DCC26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4526191" y="3644445"/>
            <a:ext cx="137589" cy="0"/>
          </a:xfrm>
          <a:prstGeom prst="straightConnector1">
            <a:avLst/>
          </a:prstGeom>
          <a:noFill/>
          <a:ln w="19050" cap="flat" cmpd="sng">
            <a:solidFill>
              <a:srgbClr val="000000">
                <a:alpha val="93730"/>
              </a:srgbClr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3" name="Google Shape;107;p13">
            <a:extLst>
              <a:ext uri="{FF2B5EF4-FFF2-40B4-BE49-F238E27FC236}">
                <a16:creationId xmlns:a16="http://schemas.microsoft.com/office/drawing/2014/main" id="{FFE8A11A-73A4-2069-C0E7-20DF664FDD44}"/>
              </a:ext>
            </a:extLst>
          </p:cNvPr>
          <p:cNvCxnSpPr>
            <a:stCxn id="40" idx="2"/>
            <a:endCxn id="43" idx="0"/>
          </p:cNvCxnSpPr>
          <p:nvPr/>
        </p:nvCxnSpPr>
        <p:spPr>
          <a:xfrm>
            <a:off x="6004004" y="3367436"/>
            <a:ext cx="139664" cy="1742"/>
          </a:xfrm>
          <a:prstGeom prst="straightConnector1">
            <a:avLst/>
          </a:prstGeom>
          <a:noFill/>
          <a:ln w="19050" cap="flat" cmpd="sng">
            <a:solidFill>
              <a:srgbClr val="000000">
                <a:alpha val="93730"/>
              </a:srgbClr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3" name="Google Shape;108;p13">
            <a:extLst>
              <a:ext uri="{FF2B5EF4-FFF2-40B4-BE49-F238E27FC236}">
                <a16:creationId xmlns:a16="http://schemas.microsoft.com/office/drawing/2014/main" id="{0FF3766C-6E3B-70D8-FEDA-A5E06F633DCD}"/>
              </a:ext>
            </a:extLst>
          </p:cNvPr>
          <p:cNvCxnSpPr>
            <a:stCxn id="44" idx="2"/>
            <a:endCxn id="45" idx="2"/>
          </p:cNvCxnSpPr>
          <p:nvPr/>
        </p:nvCxnSpPr>
        <p:spPr>
          <a:xfrm flipV="1">
            <a:off x="6832739" y="3365071"/>
            <a:ext cx="139582" cy="2979"/>
          </a:xfrm>
          <a:prstGeom prst="straightConnector1">
            <a:avLst/>
          </a:prstGeom>
          <a:noFill/>
          <a:ln w="19050" cap="flat" cmpd="sng">
            <a:solidFill>
              <a:srgbClr val="000000">
                <a:alpha val="93730"/>
              </a:srgbClr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5" name="Google Shape;109;p13">
            <a:extLst>
              <a:ext uri="{FF2B5EF4-FFF2-40B4-BE49-F238E27FC236}">
                <a16:creationId xmlns:a16="http://schemas.microsoft.com/office/drawing/2014/main" id="{51709C4D-F4D1-38E1-A232-CE120E1DEF1E}"/>
              </a:ext>
            </a:extLst>
          </p:cNvPr>
          <p:cNvCxnSpPr>
            <a:stCxn id="45" idx="6"/>
          </p:cNvCxnSpPr>
          <p:nvPr/>
        </p:nvCxnSpPr>
        <p:spPr>
          <a:xfrm>
            <a:off x="7200921" y="3365071"/>
            <a:ext cx="145366" cy="0"/>
          </a:xfrm>
          <a:prstGeom prst="straightConnector1">
            <a:avLst/>
          </a:prstGeom>
          <a:noFill/>
          <a:ln w="19050" cap="flat" cmpd="sng">
            <a:solidFill>
              <a:srgbClr val="000000">
                <a:alpha val="93730"/>
              </a:srgbClr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06" name="Google Shape;110;p13">
            <a:extLst>
              <a:ext uri="{FF2B5EF4-FFF2-40B4-BE49-F238E27FC236}">
                <a16:creationId xmlns:a16="http://schemas.microsoft.com/office/drawing/2014/main" id="{B38052C8-5895-1E24-A0CD-7688E13F116B}"/>
              </a:ext>
            </a:extLst>
          </p:cNvPr>
          <p:cNvSpPr txBox="1"/>
          <p:nvPr/>
        </p:nvSpPr>
        <p:spPr>
          <a:xfrm>
            <a:off x="956580" y="2377440"/>
            <a:ext cx="3246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600" b="1" dirty="0">
                <a:solidFill>
                  <a:srgbClr val="000000"/>
                </a:solidFill>
              </a:rPr>
              <a:t>Residual Block (C)</a:t>
            </a:r>
            <a:endParaRPr sz="1600" b="1" dirty="0">
              <a:solidFill>
                <a:srgbClr val="000000"/>
              </a:solidFill>
            </a:endParaRPr>
          </a:p>
        </p:txBody>
      </p:sp>
      <p:sp>
        <p:nvSpPr>
          <p:cNvPr id="207" name="Google Shape;111;p13">
            <a:extLst>
              <a:ext uri="{FF2B5EF4-FFF2-40B4-BE49-F238E27FC236}">
                <a16:creationId xmlns:a16="http://schemas.microsoft.com/office/drawing/2014/main" id="{D2025A24-3B57-7963-3023-62EA8FF47360}"/>
              </a:ext>
            </a:extLst>
          </p:cNvPr>
          <p:cNvSpPr txBox="1"/>
          <p:nvPr/>
        </p:nvSpPr>
        <p:spPr>
          <a:xfrm>
            <a:off x="4248420" y="2377440"/>
            <a:ext cx="3246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600" b="1">
                <a:solidFill>
                  <a:srgbClr val="000000"/>
                </a:solidFill>
              </a:rPr>
              <a:t>Attention Gate (C)</a:t>
            </a:r>
            <a:endParaRPr sz="1600" b="1">
              <a:solidFill>
                <a:srgbClr val="000000"/>
              </a:solidFill>
            </a:endParaRPr>
          </a:p>
        </p:txBody>
      </p:sp>
      <p:cxnSp>
        <p:nvCxnSpPr>
          <p:cNvPr id="208" name="Google Shape;112;p13">
            <a:extLst>
              <a:ext uri="{FF2B5EF4-FFF2-40B4-BE49-F238E27FC236}">
                <a16:creationId xmlns:a16="http://schemas.microsoft.com/office/drawing/2014/main" id="{35F85A27-ED51-7EB1-666A-F8F88F770028}"/>
              </a:ext>
            </a:extLst>
          </p:cNvPr>
          <p:cNvCxnSpPr>
            <a:stCxn id="38" idx="2"/>
            <a:endCxn id="45" idx="4"/>
          </p:cNvCxnSpPr>
          <p:nvPr/>
        </p:nvCxnSpPr>
        <p:spPr>
          <a:xfrm rot="5400000" flipH="1" flipV="1">
            <a:off x="5655383" y="2273951"/>
            <a:ext cx="226658" cy="2635818"/>
          </a:xfrm>
          <a:prstGeom prst="bentConnector3">
            <a:avLst>
              <a:gd name="adj1" fmla="val -100857"/>
            </a:avLst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09" name="Google Shape;113;p13">
            <a:extLst>
              <a:ext uri="{FF2B5EF4-FFF2-40B4-BE49-F238E27FC236}">
                <a16:creationId xmlns:a16="http://schemas.microsoft.com/office/drawing/2014/main" id="{8A075F59-371A-6FAE-51D5-5103F0FB536C}"/>
              </a:ext>
            </a:extLst>
          </p:cNvPr>
          <p:cNvSpPr/>
          <p:nvPr/>
        </p:nvSpPr>
        <p:spPr>
          <a:xfrm>
            <a:off x="3685484" y="1134080"/>
            <a:ext cx="333600" cy="166800"/>
          </a:xfrm>
          <a:prstGeom prst="cube">
            <a:avLst>
              <a:gd name="adj" fmla="val 30104"/>
            </a:avLst>
          </a:prstGeom>
          <a:solidFill>
            <a:srgbClr val="A6DFFA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114;p13">
            <a:extLst>
              <a:ext uri="{FF2B5EF4-FFF2-40B4-BE49-F238E27FC236}">
                <a16:creationId xmlns:a16="http://schemas.microsoft.com/office/drawing/2014/main" id="{25F02570-DE7F-7198-A9BC-6CDC277A10EF}"/>
              </a:ext>
            </a:extLst>
          </p:cNvPr>
          <p:cNvSpPr/>
          <p:nvPr/>
        </p:nvSpPr>
        <p:spPr>
          <a:xfrm>
            <a:off x="1152992" y="344648"/>
            <a:ext cx="502800" cy="1664100"/>
          </a:xfrm>
          <a:prstGeom prst="cube">
            <a:avLst>
              <a:gd name="adj" fmla="val 92423"/>
            </a:avLst>
          </a:prstGeom>
          <a:solidFill>
            <a:srgbClr val="A6DFFA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115;p13">
            <a:extLst>
              <a:ext uri="{FF2B5EF4-FFF2-40B4-BE49-F238E27FC236}">
                <a16:creationId xmlns:a16="http://schemas.microsoft.com/office/drawing/2014/main" id="{007FB273-6A67-C31C-C47B-5B2C300C3471}"/>
              </a:ext>
            </a:extLst>
          </p:cNvPr>
          <p:cNvSpPr txBox="1"/>
          <p:nvPr/>
        </p:nvSpPr>
        <p:spPr>
          <a:xfrm>
            <a:off x="1655788" y="357738"/>
            <a:ext cx="183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6151A"/>
              </a:buClr>
              <a:buSzPts val="1100"/>
              <a:buFont typeface="Arial"/>
              <a:buNone/>
            </a:pPr>
            <a:r>
              <a:rPr lang="en" sz="1000" b="1" i="0" u="none" strike="noStrike" cap="none">
                <a:solidFill>
                  <a:srgbClr val="96151A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sz="1000" b="1" i="0" u="none" strike="noStrike" cap="none">
              <a:solidFill>
                <a:srgbClr val="9615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116;p13">
            <a:extLst>
              <a:ext uri="{FF2B5EF4-FFF2-40B4-BE49-F238E27FC236}">
                <a16:creationId xmlns:a16="http://schemas.microsoft.com/office/drawing/2014/main" id="{1B2ADFC8-FB85-B058-C44E-40020FBF512E}"/>
              </a:ext>
            </a:extLst>
          </p:cNvPr>
          <p:cNvSpPr txBox="1"/>
          <p:nvPr/>
        </p:nvSpPr>
        <p:spPr>
          <a:xfrm>
            <a:off x="1888842" y="536475"/>
            <a:ext cx="183000" cy="1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6151A"/>
              </a:buClr>
              <a:buSzPts val="1100"/>
              <a:buFont typeface="Arial"/>
              <a:buNone/>
            </a:pPr>
            <a:r>
              <a:rPr lang="en" sz="1000" b="1" i="0" u="none" strike="noStrike" cap="none">
                <a:solidFill>
                  <a:srgbClr val="96151A"/>
                </a:solidFill>
                <a:latin typeface="Arial"/>
                <a:ea typeface="Arial"/>
                <a:cs typeface="Arial"/>
                <a:sym typeface="Arial"/>
              </a:rPr>
              <a:t>64</a:t>
            </a:r>
            <a:endParaRPr sz="1000" b="1" i="0" u="none" strike="noStrike" cap="none">
              <a:solidFill>
                <a:srgbClr val="9615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117;p13">
            <a:extLst>
              <a:ext uri="{FF2B5EF4-FFF2-40B4-BE49-F238E27FC236}">
                <a16:creationId xmlns:a16="http://schemas.microsoft.com/office/drawing/2014/main" id="{320BB42B-2141-9BEC-74F4-741835315BBE}"/>
              </a:ext>
            </a:extLst>
          </p:cNvPr>
          <p:cNvSpPr txBox="1"/>
          <p:nvPr/>
        </p:nvSpPr>
        <p:spPr>
          <a:xfrm>
            <a:off x="2328894" y="775105"/>
            <a:ext cx="274200" cy="1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6151A"/>
              </a:buClr>
              <a:buSzPts val="1100"/>
              <a:buFont typeface="Arial"/>
              <a:buNone/>
            </a:pPr>
            <a:r>
              <a:rPr lang="en" sz="1000" b="1" i="0" u="none" strike="noStrike" cap="none">
                <a:solidFill>
                  <a:srgbClr val="96151A"/>
                </a:solidFill>
                <a:latin typeface="Arial"/>
                <a:ea typeface="Arial"/>
                <a:cs typeface="Arial"/>
                <a:sym typeface="Arial"/>
              </a:rPr>
              <a:t>128</a:t>
            </a:r>
            <a:endParaRPr sz="1000" b="1" i="0" u="none" strike="noStrike" cap="none">
              <a:solidFill>
                <a:srgbClr val="9615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118;p13">
            <a:extLst>
              <a:ext uri="{FF2B5EF4-FFF2-40B4-BE49-F238E27FC236}">
                <a16:creationId xmlns:a16="http://schemas.microsoft.com/office/drawing/2014/main" id="{DE83DBE4-54D0-BA88-8ECD-3456CC55503B}"/>
              </a:ext>
            </a:extLst>
          </p:cNvPr>
          <p:cNvSpPr txBox="1"/>
          <p:nvPr/>
        </p:nvSpPr>
        <p:spPr>
          <a:xfrm>
            <a:off x="3303888" y="1293751"/>
            <a:ext cx="274200" cy="1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6151A"/>
              </a:buClr>
              <a:buSzPts val="1100"/>
              <a:buFont typeface="Arial"/>
              <a:buNone/>
            </a:pPr>
            <a:r>
              <a:rPr lang="en" sz="1000" b="1" i="0" u="none" strike="noStrike" cap="none">
                <a:solidFill>
                  <a:srgbClr val="96151A"/>
                </a:solidFill>
                <a:latin typeface="Arial"/>
                <a:ea typeface="Arial"/>
                <a:cs typeface="Arial"/>
                <a:sym typeface="Arial"/>
              </a:rPr>
              <a:t>512</a:t>
            </a:r>
            <a:endParaRPr sz="1000" b="1" i="0" u="none" strike="noStrike" cap="none">
              <a:solidFill>
                <a:srgbClr val="9615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119;p13">
            <a:extLst>
              <a:ext uri="{FF2B5EF4-FFF2-40B4-BE49-F238E27FC236}">
                <a16:creationId xmlns:a16="http://schemas.microsoft.com/office/drawing/2014/main" id="{8BE3733F-928D-EF8C-C179-4022F76DA7BB}"/>
              </a:ext>
            </a:extLst>
          </p:cNvPr>
          <p:cNvSpPr/>
          <p:nvPr/>
        </p:nvSpPr>
        <p:spPr>
          <a:xfrm>
            <a:off x="3221563" y="1425651"/>
            <a:ext cx="458400" cy="103200"/>
          </a:xfrm>
          <a:prstGeom prst="cube">
            <a:avLst>
              <a:gd name="adj" fmla="val 36704"/>
            </a:avLst>
          </a:prstGeom>
          <a:solidFill>
            <a:srgbClr val="A6DFFA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120;p13">
            <a:extLst>
              <a:ext uri="{FF2B5EF4-FFF2-40B4-BE49-F238E27FC236}">
                <a16:creationId xmlns:a16="http://schemas.microsoft.com/office/drawing/2014/main" id="{2BEDA12B-61D8-4DA8-5F7C-801E5D62E8AA}"/>
              </a:ext>
            </a:extLst>
          </p:cNvPr>
          <p:cNvSpPr/>
          <p:nvPr/>
        </p:nvSpPr>
        <p:spPr>
          <a:xfrm>
            <a:off x="3799825" y="1467143"/>
            <a:ext cx="54900" cy="54900"/>
          </a:xfrm>
          <a:prstGeom prst="ellipse">
            <a:avLst/>
          </a:prstGeom>
          <a:solidFill>
            <a:srgbClr val="548135"/>
          </a:solidFill>
          <a:ln w="12700" cap="flat" cmpd="sng">
            <a:solidFill>
              <a:srgbClr val="54813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121;p13">
            <a:extLst>
              <a:ext uri="{FF2B5EF4-FFF2-40B4-BE49-F238E27FC236}">
                <a16:creationId xmlns:a16="http://schemas.microsoft.com/office/drawing/2014/main" id="{5FF5C85C-3CC8-21A8-2941-10DF3B619F33}"/>
              </a:ext>
            </a:extLst>
          </p:cNvPr>
          <p:cNvSpPr/>
          <p:nvPr/>
        </p:nvSpPr>
        <p:spPr>
          <a:xfrm>
            <a:off x="1366944" y="728675"/>
            <a:ext cx="292200" cy="813600"/>
          </a:xfrm>
          <a:prstGeom prst="cube">
            <a:avLst>
              <a:gd name="adj" fmla="val 85370"/>
            </a:avLst>
          </a:prstGeom>
          <a:solidFill>
            <a:srgbClr val="A6DFFA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122;p13">
            <a:extLst>
              <a:ext uri="{FF2B5EF4-FFF2-40B4-BE49-F238E27FC236}">
                <a16:creationId xmlns:a16="http://schemas.microsoft.com/office/drawing/2014/main" id="{2CE0780A-F6E4-CE98-94E9-5463066933EA}"/>
              </a:ext>
            </a:extLst>
          </p:cNvPr>
          <p:cNvSpPr/>
          <p:nvPr/>
        </p:nvSpPr>
        <p:spPr>
          <a:xfrm>
            <a:off x="1567530" y="707831"/>
            <a:ext cx="333600" cy="834300"/>
          </a:xfrm>
          <a:prstGeom prst="cube">
            <a:avLst>
              <a:gd name="adj" fmla="val 77688"/>
            </a:avLst>
          </a:prstGeom>
          <a:solidFill>
            <a:srgbClr val="A6DFFA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123;p13">
            <a:extLst>
              <a:ext uri="{FF2B5EF4-FFF2-40B4-BE49-F238E27FC236}">
                <a16:creationId xmlns:a16="http://schemas.microsoft.com/office/drawing/2014/main" id="{D3B8381A-A2DB-5CD9-816C-CE3F5F0577A0}"/>
              </a:ext>
            </a:extLst>
          </p:cNvPr>
          <p:cNvSpPr/>
          <p:nvPr/>
        </p:nvSpPr>
        <p:spPr>
          <a:xfrm>
            <a:off x="1814418" y="932912"/>
            <a:ext cx="217500" cy="500400"/>
          </a:xfrm>
          <a:prstGeom prst="cube">
            <a:avLst>
              <a:gd name="adj" fmla="val 63759"/>
            </a:avLst>
          </a:prstGeom>
          <a:solidFill>
            <a:srgbClr val="A6DFFA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124;p13">
            <a:extLst>
              <a:ext uri="{FF2B5EF4-FFF2-40B4-BE49-F238E27FC236}">
                <a16:creationId xmlns:a16="http://schemas.microsoft.com/office/drawing/2014/main" id="{4ABC255C-9D9E-5928-8E24-39FB27932FE8}"/>
              </a:ext>
            </a:extLst>
          </p:cNvPr>
          <p:cNvSpPr/>
          <p:nvPr/>
        </p:nvSpPr>
        <p:spPr>
          <a:xfrm>
            <a:off x="2725770" y="1425650"/>
            <a:ext cx="306000" cy="103200"/>
          </a:xfrm>
          <a:prstGeom prst="cube">
            <a:avLst>
              <a:gd name="adj" fmla="val 35567"/>
            </a:avLst>
          </a:prstGeom>
          <a:solidFill>
            <a:srgbClr val="A6DFFA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1" name="Google Shape;125;p13">
            <a:extLst>
              <a:ext uri="{FF2B5EF4-FFF2-40B4-BE49-F238E27FC236}">
                <a16:creationId xmlns:a16="http://schemas.microsoft.com/office/drawing/2014/main" id="{5C4576B8-BB81-1613-E41D-ECCDB4856064}"/>
              </a:ext>
            </a:extLst>
          </p:cNvPr>
          <p:cNvCxnSpPr>
            <a:stCxn id="253" idx="3"/>
            <a:endCxn id="220" idx="1"/>
          </p:cNvCxnSpPr>
          <p:nvPr/>
        </p:nvCxnSpPr>
        <p:spPr>
          <a:xfrm>
            <a:off x="2852223" y="1303925"/>
            <a:ext cx="8100" cy="15840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22" name="Google Shape;127;p13">
            <a:extLst>
              <a:ext uri="{FF2B5EF4-FFF2-40B4-BE49-F238E27FC236}">
                <a16:creationId xmlns:a16="http://schemas.microsoft.com/office/drawing/2014/main" id="{9198739E-81EB-FD52-2F68-0530B18DB5CA}"/>
              </a:ext>
            </a:extLst>
          </p:cNvPr>
          <p:cNvSpPr txBox="1"/>
          <p:nvPr/>
        </p:nvSpPr>
        <p:spPr>
          <a:xfrm>
            <a:off x="4513036" y="905551"/>
            <a:ext cx="274200" cy="1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6151A"/>
              </a:buClr>
              <a:buSzPts val="1100"/>
              <a:buFont typeface="Arial"/>
              <a:buNone/>
            </a:pPr>
            <a:r>
              <a:rPr lang="en" sz="1000" b="1" i="0" u="none" strike="noStrike" cap="none">
                <a:solidFill>
                  <a:srgbClr val="96151A"/>
                </a:solidFill>
                <a:latin typeface="Arial"/>
                <a:ea typeface="Arial"/>
                <a:cs typeface="Arial"/>
                <a:sym typeface="Arial"/>
              </a:rPr>
              <a:t>256</a:t>
            </a:r>
            <a:endParaRPr sz="1000" b="1" i="0" u="none" strike="noStrike" cap="none">
              <a:solidFill>
                <a:srgbClr val="9615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128;p13">
            <a:extLst>
              <a:ext uri="{FF2B5EF4-FFF2-40B4-BE49-F238E27FC236}">
                <a16:creationId xmlns:a16="http://schemas.microsoft.com/office/drawing/2014/main" id="{24C2EFBA-81EB-C51A-9FB1-423816E6523A}"/>
              </a:ext>
            </a:extLst>
          </p:cNvPr>
          <p:cNvSpPr/>
          <p:nvPr/>
        </p:nvSpPr>
        <p:spPr>
          <a:xfrm>
            <a:off x="4820623" y="1495755"/>
            <a:ext cx="54900" cy="54900"/>
          </a:xfrm>
          <a:prstGeom prst="ellipse">
            <a:avLst/>
          </a:prstGeom>
          <a:solidFill>
            <a:srgbClr val="548135"/>
          </a:solidFill>
          <a:ln w="12700" cap="flat" cmpd="sng">
            <a:solidFill>
              <a:srgbClr val="54813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0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129;p13">
            <a:extLst>
              <a:ext uri="{FF2B5EF4-FFF2-40B4-BE49-F238E27FC236}">
                <a16:creationId xmlns:a16="http://schemas.microsoft.com/office/drawing/2014/main" id="{057BBFD7-DE13-B6E1-755C-DAE4F13EAE8C}"/>
              </a:ext>
            </a:extLst>
          </p:cNvPr>
          <p:cNvSpPr/>
          <p:nvPr/>
        </p:nvSpPr>
        <p:spPr>
          <a:xfrm>
            <a:off x="5794808" y="1524000"/>
            <a:ext cx="54900" cy="54900"/>
          </a:xfrm>
          <a:prstGeom prst="ellipse">
            <a:avLst/>
          </a:prstGeom>
          <a:solidFill>
            <a:srgbClr val="548135"/>
          </a:solidFill>
          <a:ln w="12700" cap="flat" cmpd="sng">
            <a:solidFill>
              <a:srgbClr val="54813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0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130;p13">
            <a:extLst>
              <a:ext uri="{FF2B5EF4-FFF2-40B4-BE49-F238E27FC236}">
                <a16:creationId xmlns:a16="http://schemas.microsoft.com/office/drawing/2014/main" id="{3B31BC6F-591C-2584-FF6D-C4F1D9F97A9F}"/>
              </a:ext>
            </a:extLst>
          </p:cNvPr>
          <p:cNvSpPr/>
          <p:nvPr/>
        </p:nvSpPr>
        <p:spPr>
          <a:xfrm>
            <a:off x="5888995" y="551912"/>
            <a:ext cx="333600" cy="834300"/>
          </a:xfrm>
          <a:prstGeom prst="cube">
            <a:avLst>
              <a:gd name="adj" fmla="val 77688"/>
            </a:avLst>
          </a:prstGeom>
          <a:solidFill>
            <a:srgbClr val="A6DFFA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131;p13">
            <a:extLst>
              <a:ext uri="{FF2B5EF4-FFF2-40B4-BE49-F238E27FC236}">
                <a16:creationId xmlns:a16="http://schemas.microsoft.com/office/drawing/2014/main" id="{CEEFE2DE-3207-194A-2734-83D8189FE8C3}"/>
              </a:ext>
            </a:extLst>
          </p:cNvPr>
          <p:cNvSpPr/>
          <p:nvPr/>
        </p:nvSpPr>
        <p:spPr>
          <a:xfrm>
            <a:off x="4908013" y="847568"/>
            <a:ext cx="333600" cy="500400"/>
          </a:xfrm>
          <a:prstGeom prst="cube">
            <a:avLst>
              <a:gd name="adj" fmla="val 46028"/>
            </a:avLst>
          </a:prstGeom>
          <a:solidFill>
            <a:srgbClr val="A6DFFA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132;p13">
            <a:extLst>
              <a:ext uri="{FF2B5EF4-FFF2-40B4-BE49-F238E27FC236}">
                <a16:creationId xmlns:a16="http://schemas.microsoft.com/office/drawing/2014/main" id="{C79B9D45-40AF-3682-BFEA-2EDF2F575C4B}"/>
              </a:ext>
            </a:extLst>
          </p:cNvPr>
          <p:cNvSpPr/>
          <p:nvPr/>
        </p:nvSpPr>
        <p:spPr>
          <a:xfrm>
            <a:off x="5059243" y="847568"/>
            <a:ext cx="333600" cy="500400"/>
          </a:xfrm>
          <a:prstGeom prst="cube">
            <a:avLst>
              <a:gd name="adj" fmla="val 46028"/>
            </a:avLst>
          </a:prstGeom>
          <a:solidFill>
            <a:srgbClr val="F0456C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133;p13">
            <a:extLst>
              <a:ext uri="{FF2B5EF4-FFF2-40B4-BE49-F238E27FC236}">
                <a16:creationId xmlns:a16="http://schemas.microsoft.com/office/drawing/2014/main" id="{0478EC9C-5CAA-A023-DB0E-822E664D9E56}"/>
              </a:ext>
            </a:extLst>
          </p:cNvPr>
          <p:cNvSpPr/>
          <p:nvPr/>
        </p:nvSpPr>
        <p:spPr>
          <a:xfrm>
            <a:off x="5422864" y="847568"/>
            <a:ext cx="333600" cy="500400"/>
          </a:xfrm>
          <a:prstGeom prst="cube">
            <a:avLst>
              <a:gd name="adj" fmla="val 46028"/>
            </a:avLst>
          </a:prstGeom>
          <a:solidFill>
            <a:srgbClr val="F0456C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134;p13">
            <a:extLst>
              <a:ext uri="{FF2B5EF4-FFF2-40B4-BE49-F238E27FC236}">
                <a16:creationId xmlns:a16="http://schemas.microsoft.com/office/drawing/2014/main" id="{C2FC8080-9AE9-0947-F725-220C91268D61}"/>
              </a:ext>
            </a:extLst>
          </p:cNvPr>
          <p:cNvSpPr/>
          <p:nvPr/>
        </p:nvSpPr>
        <p:spPr>
          <a:xfrm>
            <a:off x="3961572" y="1134080"/>
            <a:ext cx="333600" cy="166800"/>
          </a:xfrm>
          <a:prstGeom prst="cube">
            <a:avLst>
              <a:gd name="adj" fmla="val 30104"/>
            </a:avLst>
          </a:prstGeom>
          <a:solidFill>
            <a:srgbClr val="F0456C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135;p13">
            <a:extLst>
              <a:ext uri="{FF2B5EF4-FFF2-40B4-BE49-F238E27FC236}">
                <a16:creationId xmlns:a16="http://schemas.microsoft.com/office/drawing/2014/main" id="{02026E1D-74A5-03E4-1DD3-06ABAC410AD2}"/>
              </a:ext>
            </a:extLst>
          </p:cNvPr>
          <p:cNvSpPr/>
          <p:nvPr/>
        </p:nvSpPr>
        <p:spPr>
          <a:xfrm>
            <a:off x="4474222" y="1134080"/>
            <a:ext cx="333600" cy="166800"/>
          </a:xfrm>
          <a:prstGeom prst="cube">
            <a:avLst>
              <a:gd name="adj" fmla="val 30104"/>
            </a:avLst>
          </a:prstGeom>
          <a:solidFill>
            <a:srgbClr val="F0456C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136;p13">
            <a:extLst>
              <a:ext uri="{FF2B5EF4-FFF2-40B4-BE49-F238E27FC236}">
                <a16:creationId xmlns:a16="http://schemas.microsoft.com/office/drawing/2014/main" id="{8CB1E4F9-584E-9BBA-CF52-007E94B6564D}"/>
              </a:ext>
            </a:extLst>
          </p:cNvPr>
          <p:cNvSpPr/>
          <p:nvPr/>
        </p:nvSpPr>
        <p:spPr>
          <a:xfrm>
            <a:off x="5965630" y="551912"/>
            <a:ext cx="333600" cy="834300"/>
          </a:xfrm>
          <a:prstGeom prst="cube">
            <a:avLst>
              <a:gd name="adj" fmla="val 77688"/>
            </a:avLst>
          </a:prstGeom>
          <a:solidFill>
            <a:srgbClr val="F0456C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137;p13">
            <a:extLst>
              <a:ext uri="{FF2B5EF4-FFF2-40B4-BE49-F238E27FC236}">
                <a16:creationId xmlns:a16="http://schemas.microsoft.com/office/drawing/2014/main" id="{F3461071-A537-8989-69DE-75B1EB0F0C04}"/>
              </a:ext>
            </a:extLst>
          </p:cNvPr>
          <p:cNvSpPr/>
          <p:nvPr/>
        </p:nvSpPr>
        <p:spPr>
          <a:xfrm>
            <a:off x="6245823" y="551912"/>
            <a:ext cx="333600" cy="834300"/>
          </a:xfrm>
          <a:prstGeom prst="cube">
            <a:avLst>
              <a:gd name="adj" fmla="val 77688"/>
            </a:avLst>
          </a:prstGeom>
          <a:solidFill>
            <a:srgbClr val="F0456C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3" name="Google Shape;138;p13">
            <a:extLst>
              <a:ext uri="{FF2B5EF4-FFF2-40B4-BE49-F238E27FC236}">
                <a16:creationId xmlns:a16="http://schemas.microsoft.com/office/drawing/2014/main" id="{C959C046-4D90-49DD-BBB0-E883917C67E6}"/>
              </a:ext>
            </a:extLst>
          </p:cNvPr>
          <p:cNvCxnSpPr>
            <a:stCxn id="210" idx="0"/>
            <a:endCxn id="14" idx="0"/>
          </p:cNvCxnSpPr>
          <p:nvPr/>
        </p:nvCxnSpPr>
        <p:spPr>
          <a:xfrm rot="16200000" flipH="1">
            <a:off x="4313793" y="-2332402"/>
            <a:ext cx="114900" cy="5469000"/>
          </a:xfrm>
          <a:prstGeom prst="bentConnector3">
            <a:avLst>
              <a:gd name="adj1" fmla="val -25499"/>
            </a:avLst>
          </a:prstGeom>
          <a:noFill/>
          <a:ln w="1905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234" name="Google Shape;139;p13">
            <a:extLst>
              <a:ext uri="{FF2B5EF4-FFF2-40B4-BE49-F238E27FC236}">
                <a16:creationId xmlns:a16="http://schemas.microsoft.com/office/drawing/2014/main" id="{2D654F5F-5CBD-12C8-C173-D095445472B8}"/>
              </a:ext>
            </a:extLst>
          </p:cNvPr>
          <p:cNvSpPr/>
          <p:nvPr/>
        </p:nvSpPr>
        <p:spPr>
          <a:xfrm>
            <a:off x="6457756" y="1724355"/>
            <a:ext cx="54900" cy="54900"/>
          </a:xfrm>
          <a:prstGeom prst="ellipse">
            <a:avLst/>
          </a:prstGeom>
          <a:solidFill>
            <a:srgbClr val="548135"/>
          </a:solidFill>
          <a:ln w="12700" cap="flat" cmpd="sng">
            <a:solidFill>
              <a:srgbClr val="54813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0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140;p13">
            <a:extLst>
              <a:ext uri="{FF2B5EF4-FFF2-40B4-BE49-F238E27FC236}">
                <a16:creationId xmlns:a16="http://schemas.microsoft.com/office/drawing/2014/main" id="{E58379DE-60BD-605D-1B1D-D278F978792D}"/>
              </a:ext>
            </a:extLst>
          </p:cNvPr>
          <p:cNvSpPr/>
          <p:nvPr/>
        </p:nvSpPr>
        <p:spPr>
          <a:xfrm>
            <a:off x="6661793" y="459435"/>
            <a:ext cx="500400" cy="1668300"/>
          </a:xfrm>
          <a:prstGeom prst="cube">
            <a:avLst>
              <a:gd name="adj" fmla="val 92423"/>
            </a:avLst>
          </a:prstGeom>
          <a:solidFill>
            <a:srgbClr val="F0456C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141;p13">
            <a:extLst>
              <a:ext uri="{FF2B5EF4-FFF2-40B4-BE49-F238E27FC236}">
                <a16:creationId xmlns:a16="http://schemas.microsoft.com/office/drawing/2014/main" id="{C275EDB5-2E91-3EC4-4D0E-62BAF0AC6533}"/>
              </a:ext>
            </a:extLst>
          </p:cNvPr>
          <p:cNvSpPr/>
          <p:nvPr/>
        </p:nvSpPr>
        <p:spPr>
          <a:xfrm>
            <a:off x="6878018" y="459435"/>
            <a:ext cx="500400" cy="1668300"/>
          </a:xfrm>
          <a:prstGeom prst="cube">
            <a:avLst>
              <a:gd name="adj" fmla="val 92423"/>
            </a:avLst>
          </a:prstGeom>
          <a:solidFill>
            <a:srgbClr val="F0456C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142;p13">
            <a:extLst>
              <a:ext uri="{FF2B5EF4-FFF2-40B4-BE49-F238E27FC236}">
                <a16:creationId xmlns:a16="http://schemas.microsoft.com/office/drawing/2014/main" id="{73BD78EB-1F09-3AA6-71B5-F5298F49AB25}"/>
              </a:ext>
            </a:extLst>
          </p:cNvPr>
          <p:cNvSpPr txBox="1"/>
          <p:nvPr/>
        </p:nvSpPr>
        <p:spPr>
          <a:xfrm>
            <a:off x="5520612" y="693676"/>
            <a:ext cx="274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6151A"/>
              </a:buClr>
              <a:buSzPts val="1100"/>
              <a:buFont typeface="Arial"/>
              <a:buNone/>
            </a:pPr>
            <a:r>
              <a:rPr lang="en" sz="1000" b="1" i="0" u="none" strike="noStrike" cap="none">
                <a:solidFill>
                  <a:srgbClr val="96151A"/>
                </a:solidFill>
                <a:latin typeface="Arial"/>
                <a:ea typeface="Arial"/>
                <a:cs typeface="Arial"/>
                <a:sym typeface="Arial"/>
              </a:rPr>
              <a:t>128</a:t>
            </a:r>
            <a:endParaRPr sz="1000" b="1" i="0" u="none" strike="noStrike" cap="none">
              <a:solidFill>
                <a:srgbClr val="9615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143;p13">
            <a:extLst>
              <a:ext uri="{FF2B5EF4-FFF2-40B4-BE49-F238E27FC236}">
                <a16:creationId xmlns:a16="http://schemas.microsoft.com/office/drawing/2014/main" id="{5667E498-13C6-DD0A-951E-A528521D3D61}"/>
              </a:ext>
            </a:extLst>
          </p:cNvPr>
          <p:cNvSpPr txBox="1"/>
          <p:nvPr/>
        </p:nvSpPr>
        <p:spPr>
          <a:xfrm>
            <a:off x="6412496" y="398001"/>
            <a:ext cx="274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6151A"/>
              </a:buClr>
              <a:buSzPts val="1100"/>
              <a:buFont typeface="Arial"/>
              <a:buNone/>
            </a:pPr>
            <a:r>
              <a:rPr lang="en" sz="1000" b="1" i="0" u="none" strike="noStrike" cap="none">
                <a:solidFill>
                  <a:srgbClr val="96151A"/>
                </a:solidFill>
                <a:latin typeface="Arial"/>
                <a:ea typeface="Arial"/>
                <a:cs typeface="Arial"/>
                <a:sym typeface="Arial"/>
              </a:rPr>
              <a:t>64</a:t>
            </a:r>
            <a:endParaRPr sz="1000" b="1" i="0" u="none" strike="noStrike" cap="none">
              <a:solidFill>
                <a:srgbClr val="9615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144;p13">
            <a:extLst>
              <a:ext uri="{FF2B5EF4-FFF2-40B4-BE49-F238E27FC236}">
                <a16:creationId xmlns:a16="http://schemas.microsoft.com/office/drawing/2014/main" id="{107F9309-A50E-45F1-88E8-82F8E46052F3}"/>
              </a:ext>
            </a:extLst>
          </p:cNvPr>
          <p:cNvSpPr txBox="1"/>
          <p:nvPr/>
        </p:nvSpPr>
        <p:spPr>
          <a:xfrm>
            <a:off x="7158600" y="288476"/>
            <a:ext cx="274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6151A"/>
              </a:buClr>
              <a:buSzPts val="1100"/>
              <a:buFont typeface="Arial"/>
              <a:buNone/>
            </a:pPr>
            <a:r>
              <a:rPr lang="en" sz="1000" b="1" i="0" u="none" strike="noStrike" cap="none">
                <a:solidFill>
                  <a:srgbClr val="96151A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sz="1000" b="1" i="0" u="none" strike="noStrike" cap="none">
              <a:solidFill>
                <a:srgbClr val="9615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145;p13">
            <a:extLst>
              <a:ext uri="{FF2B5EF4-FFF2-40B4-BE49-F238E27FC236}">
                <a16:creationId xmlns:a16="http://schemas.microsoft.com/office/drawing/2014/main" id="{C884FB53-6D01-D23C-3986-E3652B6FBF33}"/>
              </a:ext>
            </a:extLst>
          </p:cNvPr>
          <p:cNvSpPr txBox="1"/>
          <p:nvPr/>
        </p:nvSpPr>
        <p:spPr>
          <a:xfrm>
            <a:off x="2903100" y="989775"/>
            <a:ext cx="274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6151A"/>
              </a:buClr>
              <a:buSzPts val="1100"/>
              <a:buFont typeface="Arial"/>
              <a:buNone/>
            </a:pPr>
            <a:r>
              <a:rPr lang="en" sz="1000" b="1" i="0" u="none" strike="noStrike" cap="none">
                <a:solidFill>
                  <a:srgbClr val="96151A"/>
                </a:solidFill>
                <a:latin typeface="Arial"/>
                <a:ea typeface="Arial"/>
                <a:cs typeface="Arial"/>
                <a:sym typeface="Arial"/>
              </a:rPr>
              <a:t>256</a:t>
            </a:r>
            <a:endParaRPr sz="1000" b="1" i="0" u="none" strike="noStrike" cap="none">
              <a:solidFill>
                <a:srgbClr val="9615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1" name="Google Shape;146;p13">
            <a:extLst>
              <a:ext uri="{FF2B5EF4-FFF2-40B4-BE49-F238E27FC236}">
                <a16:creationId xmlns:a16="http://schemas.microsoft.com/office/drawing/2014/main" id="{94800EEF-F9CD-5F8B-8BC6-F94B26A68CAD}"/>
              </a:ext>
            </a:extLst>
          </p:cNvPr>
          <p:cNvCxnSpPr>
            <a:cxnSpLocks/>
            <a:endCxn id="210" idx="2"/>
          </p:cNvCxnSpPr>
          <p:nvPr/>
        </p:nvCxnSpPr>
        <p:spPr>
          <a:xfrm>
            <a:off x="1018904" y="1409049"/>
            <a:ext cx="134088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42" name="Google Shape;147;p13">
            <a:extLst>
              <a:ext uri="{FF2B5EF4-FFF2-40B4-BE49-F238E27FC236}">
                <a16:creationId xmlns:a16="http://schemas.microsoft.com/office/drawing/2014/main" id="{49B57924-0E49-0C94-12FB-34EC14B20817}"/>
              </a:ext>
            </a:extLst>
          </p:cNvPr>
          <p:cNvCxnSpPr>
            <a:stCxn id="218" idx="0"/>
            <a:endCxn id="225" idx="0"/>
          </p:cNvCxnSpPr>
          <p:nvPr/>
        </p:nvCxnSpPr>
        <p:spPr>
          <a:xfrm rot="16200000">
            <a:off x="3946664" y="-1530919"/>
            <a:ext cx="156000" cy="4321500"/>
          </a:xfrm>
          <a:prstGeom prst="bentConnector3">
            <a:avLst>
              <a:gd name="adj1" fmla="val 113546"/>
            </a:avLst>
          </a:prstGeom>
          <a:noFill/>
          <a:ln w="1905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243" name="Google Shape;148;p13">
            <a:extLst>
              <a:ext uri="{FF2B5EF4-FFF2-40B4-BE49-F238E27FC236}">
                <a16:creationId xmlns:a16="http://schemas.microsoft.com/office/drawing/2014/main" id="{98B10C72-B86A-E658-6F68-9584F9C085E4}"/>
              </a:ext>
            </a:extLst>
          </p:cNvPr>
          <p:cNvCxnSpPr>
            <a:stCxn id="217" idx="4"/>
            <a:endCxn id="218" idx="2"/>
          </p:cNvCxnSpPr>
          <p:nvPr/>
        </p:nvCxnSpPr>
        <p:spPr>
          <a:xfrm rot="10800000" flipH="1">
            <a:off x="1409693" y="1254501"/>
            <a:ext cx="157800" cy="5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44" name="Google Shape;149;p13">
            <a:extLst>
              <a:ext uri="{FF2B5EF4-FFF2-40B4-BE49-F238E27FC236}">
                <a16:creationId xmlns:a16="http://schemas.microsoft.com/office/drawing/2014/main" id="{30096E93-7F1F-A77E-7EAF-CDD9329AC892}"/>
              </a:ext>
            </a:extLst>
          </p:cNvPr>
          <p:cNvCxnSpPr>
            <a:stCxn id="220" idx="4"/>
            <a:endCxn id="215" idx="2"/>
          </p:cNvCxnSpPr>
          <p:nvPr/>
        </p:nvCxnSpPr>
        <p:spPr>
          <a:xfrm>
            <a:off x="2995065" y="1495603"/>
            <a:ext cx="226500" cy="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45" name="Google Shape;150;p13">
            <a:extLst>
              <a:ext uri="{FF2B5EF4-FFF2-40B4-BE49-F238E27FC236}">
                <a16:creationId xmlns:a16="http://schemas.microsoft.com/office/drawing/2014/main" id="{D867BC5E-7782-06CB-78F6-3BEB0101C68A}"/>
              </a:ext>
            </a:extLst>
          </p:cNvPr>
          <p:cNvCxnSpPr>
            <a:stCxn id="229" idx="4"/>
            <a:endCxn id="230" idx="2"/>
          </p:cNvCxnSpPr>
          <p:nvPr/>
        </p:nvCxnSpPr>
        <p:spPr>
          <a:xfrm>
            <a:off x="4244958" y="1242587"/>
            <a:ext cx="229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46" name="Google Shape;151;p13">
            <a:extLst>
              <a:ext uri="{FF2B5EF4-FFF2-40B4-BE49-F238E27FC236}">
                <a16:creationId xmlns:a16="http://schemas.microsoft.com/office/drawing/2014/main" id="{9FD3FC41-992A-4BD0-F8DE-39A45F24553A}"/>
              </a:ext>
            </a:extLst>
          </p:cNvPr>
          <p:cNvCxnSpPr>
            <a:stCxn id="227" idx="4"/>
            <a:endCxn id="228" idx="2"/>
          </p:cNvCxnSpPr>
          <p:nvPr/>
        </p:nvCxnSpPr>
        <p:spPr>
          <a:xfrm>
            <a:off x="5239294" y="1174543"/>
            <a:ext cx="183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47" name="Google Shape;152;p13">
            <a:extLst>
              <a:ext uri="{FF2B5EF4-FFF2-40B4-BE49-F238E27FC236}">
                <a16:creationId xmlns:a16="http://schemas.microsoft.com/office/drawing/2014/main" id="{510D8F80-831A-1BB1-81B1-29C6DC4BABF9}"/>
              </a:ext>
            </a:extLst>
          </p:cNvPr>
          <p:cNvCxnSpPr>
            <a:stCxn id="231" idx="4"/>
            <a:endCxn id="232" idx="2"/>
          </p:cNvCxnSpPr>
          <p:nvPr/>
        </p:nvCxnSpPr>
        <p:spPr>
          <a:xfrm>
            <a:off x="6040063" y="1098646"/>
            <a:ext cx="205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48" name="Google Shape;153;p13">
            <a:extLst>
              <a:ext uri="{FF2B5EF4-FFF2-40B4-BE49-F238E27FC236}">
                <a16:creationId xmlns:a16="http://schemas.microsoft.com/office/drawing/2014/main" id="{8BC9A791-4E0B-8FF4-AF03-C9139B1B18F2}"/>
              </a:ext>
            </a:extLst>
          </p:cNvPr>
          <p:cNvCxnSpPr>
            <a:stCxn id="235" idx="4"/>
            <a:endCxn id="236" idx="2"/>
          </p:cNvCxnSpPr>
          <p:nvPr/>
        </p:nvCxnSpPr>
        <p:spPr>
          <a:xfrm>
            <a:off x="6699709" y="1524827"/>
            <a:ext cx="178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49" name="Google Shape;154;p13">
            <a:extLst>
              <a:ext uri="{FF2B5EF4-FFF2-40B4-BE49-F238E27FC236}">
                <a16:creationId xmlns:a16="http://schemas.microsoft.com/office/drawing/2014/main" id="{F0603F1D-BD9B-AA66-C8F1-AA89CC2D99AE}"/>
              </a:ext>
            </a:extLst>
          </p:cNvPr>
          <p:cNvCxnSpPr>
            <a:stCxn id="251" idx="0"/>
            <a:endCxn id="226" idx="0"/>
          </p:cNvCxnSpPr>
          <p:nvPr/>
        </p:nvCxnSpPr>
        <p:spPr>
          <a:xfrm rot="16200000">
            <a:off x="3690131" y="-537682"/>
            <a:ext cx="76200" cy="2846700"/>
          </a:xfrm>
          <a:prstGeom prst="bentConnector3">
            <a:avLst>
              <a:gd name="adj1" fmla="val 243331"/>
            </a:avLst>
          </a:prstGeom>
          <a:noFill/>
          <a:ln w="1905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250" name="Google Shape;156;p13">
            <a:extLst>
              <a:ext uri="{FF2B5EF4-FFF2-40B4-BE49-F238E27FC236}">
                <a16:creationId xmlns:a16="http://schemas.microsoft.com/office/drawing/2014/main" id="{9E88D72C-1093-5912-4263-7968013619EE}"/>
              </a:ext>
            </a:extLst>
          </p:cNvPr>
          <p:cNvCxnSpPr>
            <a:stCxn id="253" idx="0"/>
            <a:endCxn id="209" idx="0"/>
          </p:cNvCxnSpPr>
          <p:nvPr/>
        </p:nvCxnSpPr>
        <p:spPr>
          <a:xfrm rot="16200000">
            <a:off x="3388437" y="648125"/>
            <a:ext cx="3000" cy="975000"/>
          </a:xfrm>
          <a:prstGeom prst="bentConnector3">
            <a:avLst>
              <a:gd name="adj1" fmla="val 8039000"/>
            </a:avLst>
          </a:prstGeom>
          <a:noFill/>
          <a:ln w="1905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251" name="Google Shape;155;p13">
            <a:extLst>
              <a:ext uri="{FF2B5EF4-FFF2-40B4-BE49-F238E27FC236}">
                <a16:creationId xmlns:a16="http://schemas.microsoft.com/office/drawing/2014/main" id="{0E20A126-DD8D-0F19-6D76-42EAD052CB70}"/>
              </a:ext>
            </a:extLst>
          </p:cNvPr>
          <p:cNvSpPr/>
          <p:nvPr/>
        </p:nvSpPr>
        <p:spPr>
          <a:xfrm>
            <a:off x="2061306" y="923768"/>
            <a:ext cx="333600" cy="500400"/>
          </a:xfrm>
          <a:prstGeom prst="cube">
            <a:avLst>
              <a:gd name="adj" fmla="val 46028"/>
            </a:avLst>
          </a:prstGeom>
          <a:solidFill>
            <a:srgbClr val="A6DFFA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2" name="Google Shape;157;p13">
            <a:extLst>
              <a:ext uri="{FF2B5EF4-FFF2-40B4-BE49-F238E27FC236}">
                <a16:creationId xmlns:a16="http://schemas.microsoft.com/office/drawing/2014/main" id="{3CD803E9-D109-0E3B-8CBB-CA96F102C648}"/>
              </a:ext>
            </a:extLst>
          </p:cNvPr>
          <p:cNvCxnSpPr>
            <a:stCxn id="219" idx="4"/>
            <a:endCxn id="251" idx="2"/>
          </p:cNvCxnSpPr>
          <p:nvPr/>
        </p:nvCxnSpPr>
        <p:spPr>
          <a:xfrm rot="10800000" flipH="1">
            <a:off x="1893242" y="1250650"/>
            <a:ext cx="168000" cy="1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53" name="Google Shape;126;p13">
            <a:extLst>
              <a:ext uri="{FF2B5EF4-FFF2-40B4-BE49-F238E27FC236}">
                <a16:creationId xmlns:a16="http://schemas.microsoft.com/office/drawing/2014/main" id="{1EEEC1C5-CEC8-A767-7296-C470F4D1C32E}"/>
              </a:ext>
            </a:extLst>
          </p:cNvPr>
          <p:cNvSpPr/>
          <p:nvPr/>
        </p:nvSpPr>
        <p:spPr>
          <a:xfrm>
            <a:off x="2710530" y="1137125"/>
            <a:ext cx="333600" cy="166800"/>
          </a:xfrm>
          <a:prstGeom prst="cube">
            <a:avLst>
              <a:gd name="adj" fmla="val 30104"/>
            </a:avLst>
          </a:prstGeom>
          <a:solidFill>
            <a:srgbClr val="A6DFFA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4" name="Google Shape;158;p13">
            <a:extLst>
              <a:ext uri="{FF2B5EF4-FFF2-40B4-BE49-F238E27FC236}">
                <a16:creationId xmlns:a16="http://schemas.microsoft.com/office/drawing/2014/main" id="{7A260F70-B616-93ED-F3FE-093DE8C6FD09}"/>
              </a:ext>
            </a:extLst>
          </p:cNvPr>
          <p:cNvCxnSpPr>
            <a:endCxn id="217" idx="2"/>
          </p:cNvCxnSpPr>
          <p:nvPr/>
        </p:nvCxnSpPr>
        <p:spPr>
          <a:xfrm>
            <a:off x="1183944" y="1260201"/>
            <a:ext cx="183000" cy="0"/>
          </a:xfrm>
          <a:prstGeom prst="straightConnector1">
            <a:avLst/>
          </a:prstGeom>
          <a:noFill/>
          <a:ln w="19050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5" name="Google Shape;159;p13">
            <a:extLst>
              <a:ext uri="{FF2B5EF4-FFF2-40B4-BE49-F238E27FC236}">
                <a16:creationId xmlns:a16="http://schemas.microsoft.com/office/drawing/2014/main" id="{6FB074DE-0441-BE90-0944-CDC95ED7850A}"/>
              </a:ext>
            </a:extLst>
          </p:cNvPr>
          <p:cNvCxnSpPr>
            <a:stCxn id="218" idx="4"/>
            <a:endCxn id="219" idx="2"/>
          </p:cNvCxnSpPr>
          <p:nvPr/>
        </p:nvCxnSpPr>
        <p:spPr>
          <a:xfrm rot="10800000" flipH="1">
            <a:off x="1641963" y="1252465"/>
            <a:ext cx="172500" cy="2100"/>
          </a:xfrm>
          <a:prstGeom prst="straightConnector1">
            <a:avLst/>
          </a:prstGeom>
          <a:noFill/>
          <a:ln w="19050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6" name="Google Shape;160;p13">
            <a:extLst>
              <a:ext uri="{FF2B5EF4-FFF2-40B4-BE49-F238E27FC236}">
                <a16:creationId xmlns:a16="http://schemas.microsoft.com/office/drawing/2014/main" id="{6BE7AC39-F2D0-268A-CB22-2467D0C833DA}"/>
              </a:ext>
            </a:extLst>
          </p:cNvPr>
          <p:cNvSpPr/>
          <p:nvPr/>
        </p:nvSpPr>
        <p:spPr>
          <a:xfrm>
            <a:off x="2408778" y="1137128"/>
            <a:ext cx="175800" cy="166800"/>
          </a:xfrm>
          <a:prstGeom prst="cube">
            <a:avLst>
              <a:gd name="adj" fmla="val 30104"/>
            </a:avLst>
          </a:prstGeom>
          <a:solidFill>
            <a:srgbClr val="A6DFFA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7" name="Google Shape;161;p13">
            <a:extLst>
              <a:ext uri="{FF2B5EF4-FFF2-40B4-BE49-F238E27FC236}">
                <a16:creationId xmlns:a16="http://schemas.microsoft.com/office/drawing/2014/main" id="{B4A03322-5017-4558-BC11-B7B90A7DE7D4}"/>
              </a:ext>
            </a:extLst>
          </p:cNvPr>
          <p:cNvCxnSpPr>
            <a:stCxn id="251" idx="4"/>
            <a:endCxn id="256" idx="2"/>
          </p:cNvCxnSpPr>
          <p:nvPr/>
        </p:nvCxnSpPr>
        <p:spPr>
          <a:xfrm rot="10800000" flipH="1">
            <a:off x="2241357" y="1245643"/>
            <a:ext cx="167400" cy="5100"/>
          </a:xfrm>
          <a:prstGeom prst="straightConnector1">
            <a:avLst/>
          </a:prstGeom>
          <a:noFill/>
          <a:ln w="19050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8" name="Google Shape;162;p13">
            <a:extLst>
              <a:ext uri="{FF2B5EF4-FFF2-40B4-BE49-F238E27FC236}">
                <a16:creationId xmlns:a16="http://schemas.microsoft.com/office/drawing/2014/main" id="{CA5ED1F7-0B8D-6494-21EE-9C84FA9FAA91}"/>
              </a:ext>
            </a:extLst>
          </p:cNvPr>
          <p:cNvCxnSpPr>
            <a:stCxn id="256" idx="4"/>
            <a:endCxn id="253" idx="2"/>
          </p:cNvCxnSpPr>
          <p:nvPr/>
        </p:nvCxnSpPr>
        <p:spPr>
          <a:xfrm>
            <a:off x="2534365" y="1245635"/>
            <a:ext cx="1761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59" name="Google Shape;163;p13">
            <a:extLst>
              <a:ext uri="{FF2B5EF4-FFF2-40B4-BE49-F238E27FC236}">
                <a16:creationId xmlns:a16="http://schemas.microsoft.com/office/drawing/2014/main" id="{AD560240-836A-5B36-9CF0-7FCE86364427}"/>
              </a:ext>
            </a:extLst>
          </p:cNvPr>
          <p:cNvCxnSpPr>
            <a:stCxn id="236" idx="4"/>
          </p:cNvCxnSpPr>
          <p:nvPr/>
        </p:nvCxnSpPr>
        <p:spPr>
          <a:xfrm>
            <a:off x="6915934" y="1524827"/>
            <a:ext cx="207000" cy="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60" name="Google Shape;164;p13">
            <a:extLst>
              <a:ext uri="{FF2B5EF4-FFF2-40B4-BE49-F238E27FC236}">
                <a16:creationId xmlns:a16="http://schemas.microsoft.com/office/drawing/2014/main" id="{437301A7-450F-B54C-6860-6F7B6E060799}"/>
              </a:ext>
            </a:extLst>
          </p:cNvPr>
          <p:cNvSpPr/>
          <p:nvPr/>
        </p:nvSpPr>
        <p:spPr>
          <a:xfrm>
            <a:off x="3297987" y="2199676"/>
            <a:ext cx="54900" cy="54900"/>
          </a:xfrm>
          <a:prstGeom prst="ellipse">
            <a:avLst/>
          </a:prstGeom>
          <a:solidFill>
            <a:srgbClr val="548135"/>
          </a:solidFill>
          <a:ln w="12700" cap="flat" cmpd="sng">
            <a:solidFill>
              <a:srgbClr val="54813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1" name="Google Shape;165;p13">
            <a:extLst>
              <a:ext uri="{FF2B5EF4-FFF2-40B4-BE49-F238E27FC236}">
                <a16:creationId xmlns:a16="http://schemas.microsoft.com/office/drawing/2014/main" id="{23CA1962-376B-74D4-C5AE-262FCED6F50A}"/>
              </a:ext>
            </a:extLst>
          </p:cNvPr>
          <p:cNvGrpSpPr/>
          <p:nvPr/>
        </p:nvGrpSpPr>
        <p:grpSpPr>
          <a:xfrm>
            <a:off x="1798422" y="1675762"/>
            <a:ext cx="2067455" cy="184800"/>
            <a:chOff x="1903995" y="4946904"/>
            <a:chExt cx="2067455" cy="184800"/>
          </a:xfrm>
        </p:grpSpPr>
        <p:sp>
          <p:nvSpPr>
            <p:cNvPr id="262" name="Google Shape;166;p13">
              <a:extLst>
                <a:ext uri="{FF2B5EF4-FFF2-40B4-BE49-F238E27FC236}">
                  <a16:creationId xmlns:a16="http://schemas.microsoft.com/office/drawing/2014/main" id="{CB6D502E-C87E-5A46-AA45-2327034766C8}"/>
                </a:ext>
              </a:extLst>
            </p:cNvPr>
            <p:cNvSpPr txBox="1"/>
            <p:nvPr/>
          </p:nvSpPr>
          <p:spPr>
            <a:xfrm>
              <a:off x="2177750" y="4946904"/>
              <a:ext cx="17937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rgbClr val="000000"/>
                  </a:solidFill>
                </a:rPr>
                <a:t>[Residual Block (C)] × 2</a:t>
              </a:r>
            </a:p>
          </p:txBody>
        </p:sp>
        <p:cxnSp>
          <p:nvCxnSpPr>
            <p:cNvPr id="263" name="Google Shape;167;p13">
              <a:extLst>
                <a:ext uri="{FF2B5EF4-FFF2-40B4-BE49-F238E27FC236}">
                  <a16:creationId xmlns:a16="http://schemas.microsoft.com/office/drawing/2014/main" id="{9BE695C7-F02F-9264-8AD0-EF5CA017F4EF}"/>
                </a:ext>
              </a:extLst>
            </p:cNvPr>
            <p:cNvCxnSpPr/>
            <p:nvPr/>
          </p:nvCxnSpPr>
          <p:spPr>
            <a:xfrm>
              <a:off x="1903995" y="5051108"/>
              <a:ext cx="1092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grpSp>
        <p:nvGrpSpPr>
          <p:cNvPr id="264" name="Google Shape;168;p13">
            <a:extLst>
              <a:ext uri="{FF2B5EF4-FFF2-40B4-BE49-F238E27FC236}">
                <a16:creationId xmlns:a16="http://schemas.microsoft.com/office/drawing/2014/main" id="{508FF670-281A-D7A6-D5EF-B1367C1057E2}"/>
              </a:ext>
            </a:extLst>
          </p:cNvPr>
          <p:cNvGrpSpPr/>
          <p:nvPr/>
        </p:nvGrpSpPr>
        <p:grpSpPr>
          <a:xfrm>
            <a:off x="3828897" y="1670283"/>
            <a:ext cx="2225855" cy="184800"/>
            <a:chOff x="1903995" y="4946900"/>
            <a:chExt cx="2225855" cy="184800"/>
          </a:xfrm>
        </p:grpSpPr>
        <p:sp>
          <p:nvSpPr>
            <p:cNvPr id="265" name="Google Shape;169;p13">
              <a:extLst>
                <a:ext uri="{FF2B5EF4-FFF2-40B4-BE49-F238E27FC236}">
                  <a16:creationId xmlns:a16="http://schemas.microsoft.com/office/drawing/2014/main" id="{FE0423A8-2946-5D21-C7F6-948CE3A8C2E9}"/>
                </a:ext>
              </a:extLst>
            </p:cNvPr>
            <p:cNvSpPr txBox="1"/>
            <p:nvPr/>
          </p:nvSpPr>
          <p:spPr>
            <a:xfrm>
              <a:off x="2177750" y="4946900"/>
              <a:ext cx="19521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rgbClr val="000000"/>
                  </a:solidFill>
                </a:rPr>
                <a:t>Max-Pooling (C) (factor = 2)</a:t>
              </a:r>
              <a:endParaRPr sz="1200" dirty="0">
                <a:solidFill>
                  <a:srgbClr val="000000"/>
                </a:solidFill>
              </a:endParaRPr>
            </a:p>
          </p:txBody>
        </p:sp>
        <p:cxnSp>
          <p:nvCxnSpPr>
            <p:cNvPr id="266" name="Google Shape;170;p13">
              <a:extLst>
                <a:ext uri="{FF2B5EF4-FFF2-40B4-BE49-F238E27FC236}">
                  <a16:creationId xmlns:a16="http://schemas.microsoft.com/office/drawing/2014/main" id="{BF0C81AC-035E-2323-D9FC-88A7D51F93EE}"/>
                </a:ext>
              </a:extLst>
            </p:cNvPr>
            <p:cNvCxnSpPr/>
            <p:nvPr/>
          </p:nvCxnSpPr>
          <p:spPr>
            <a:xfrm>
              <a:off x="1903995" y="5051108"/>
              <a:ext cx="109200" cy="0"/>
            </a:xfrm>
            <a:prstGeom prst="straightConnector1">
              <a:avLst/>
            </a:prstGeom>
            <a:noFill/>
            <a:ln w="19050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grpSp>
        <p:nvGrpSpPr>
          <p:cNvPr id="267" name="Google Shape;171;p13">
            <a:extLst>
              <a:ext uri="{FF2B5EF4-FFF2-40B4-BE49-F238E27FC236}">
                <a16:creationId xmlns:a16="http://schemas.microsoft.com/office/drawing/2014/main" id="{B39169AF-9F3B-E2DE-A651-454C38D39EC5}"/>
              </a:ext>
            </a:extLst>
          </p:cNvPr>
          <p:cNvGrpSpPr/>
          <p:nvPr/>
        </p:nvGrpSpPr>
        <p:grpSpPr>
          <a:xfrm>
            <a:off x="1798422" y="1902020"/>
            <a:ext cx="4256555" cy="184800"/>
            <a:chOff x="1903995" y="4946913"/>
            <a:chExt cx="4256555" cy="184800"/>
          </a:xfrm>
        </p:grpSpPr>
        <p:sp>
          <p:nvSpPr>
            <p:cNvPr id="268" name="Google Shape;172;p13">
              <a:extLst>
                <a:ext uri="{FF2B5EF4-FFF2-40B4-BE49-F238E27FC236}">
                  <a16:creationId xmlns:a16="http://schemas.microsoft.com/office/drawing/2014/main" id="{258EDB81-5209-A9EE-F88A-8FDE40D0B469}"/>
                </a:ext>
              </a:extLst>
            </p:cNvPr>
            <p:cNvSpPr txBox="1"/>
            <p:nvPr/>
          </p:nvSpPr>
          <p:spPr>
            <a:xfrm>
              <a:off x="2177750" y="4946913"/>
              <a:ext cx="3982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rgbClr val="000000"/>
                  </a:solidFill>
                </a:rPr>
                <a:t>ConvTranspose (C) </a:t>
              </a:r>
              <a:r>
                <a:rPr lang="en" sz="1200" dirty="0">
                  <a:solidFill>
                    <a:schemeClr val="dk1"/>
                  </a:solidFill>
                </a:rPr>
                <a:t>(factor = 2) </a:t>
              </a:r>
              <a:r>
                <a:rPr lang="en" sz="1200" dirty="0">
                  <a:solidFill>
                    <a:srgbClr val="000000"/>
                  </a:solidFill>
                </a:rPr>
                <a:t>+ [Residual Block (C)] × 2 </a:t>
              </a:r>
              <a:endParaRPr sz="1200" dirty="0">
                <a:solidFill>
                  <a:srgbClr val="000000"/>
                </a:solidFill>
              </a:endParaRPr>
            </a:p>
          </p:txBody>
        </p:sp>
        <p:cxnSp>
          <p:nvCxnSpPr>
            <p:cNvPr id="269" name="Google Shape;173;p13">
              <a:extLst>
                <a:ext uri="{FF2B5EF4-FFF2-40B4-BE49-F238E27FC236}">
                  <a16:creationId xmlns:a16="http://schemas.microsoft.com/office/drawing/2014/main" id="{460F40ED-B27B-866B-56E3-9F457F735AB2}"/>
                </a:ext>
              </a:extLst>
            </p:cNvPr>
            <p:cNvCxnSpPr/>
            <p:nvPr/>
          </p:nvCxnSpPr>
          <p:spPr>
            <a:xfrm>
              <a:off x="1903995" y="5051108"/>
              <a:ext cx="109200" cy="0"/>
            </a:xfrm>
            <a:prstGeom prst="straightConnector1">
              <a:avLst/>
            </a:prstGeom>
            <a:noFill/>
            <a:ln w="19050" cap="flat" cmpd="sng">
              <a:solidFill>
                <a:srgbClr val="BF900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270" name="Google Shape;174;p13">
            <a:extLst>
              <a:ext uri="{FF2B5EF4-FFF2-40B4-BE49-F238E27FC236}">
                <a16:creationId xmlns:a16="http://schemas.microsoft.com/office/drawing/2014/main" id="{1807B1A4-65B4-01A1-4B76-CCC5E5681279}"/>
              </a:ext>
            </a:extLst>
          </p:cNvPr>
          <p:cNvSpPr txBox="1"/>
          <p:nvPr/>
        </p:nvSpPr>
        <p:spPr>
          <a:xfrm>
            <a:off x="2063882" y="2129289"/>
            <a:ext cx="109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</a:rPr>
              <a:t>Concatenation</a:t>
            </a:r>
            <a:endParaRPr sz="1200" dirty="0">
              <a:solidFill>
                <a:srgbClr val="000000"/>
              </a:solidFill>
            </a:endParaRPr>
          </a:p>
        </p:txBody>
      </p:sp>
      <p:cxnSp>
        <p:nvCxnSpPr>
          <p:cNvPr id="271" name="Google Shape;175;p13">
            <a:extLst>
              <a:ext uri="{FF2B5EF4-FFF2-40B4-BE49-F238E27FC236}">
                <a16:creationId xmlns:a16="http://schemas.microsoft.com/office/drawing/2014/main" id="{1C0CB89D-1437-B5B9-462D-AE03CB586E94}"/>
              </a:ext>
            </a:extLst>
          </p:cNvPr>
          <p:cNvCxnSpPr/>
          <p:nvPr/>
        </p:nvCxnSpPr>
        <p:spPr>
          <a:xfrm>
            <a:off x="1789562" y="2217233"/>
            <a:ext cx="218100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272" name="Google Shape;176;p13">
            <a:extLst>
              <a:ext uri="{FF2B5EF4-FFF2-40B4-BE49-F238E27FC236}">
                <a16:creationId xmlns:a16="http://schemas.microsoft.com/office/drawing/2014/main" id="{BCB5A293-BD24-F03A-3638-9707B1610B0B}"/>
              </a:ext>
            </a:extLst>
          </p:cNvPr>
          <p:cNvSpPr txBox="1"/>
          <p:nvPr/>
        </p:nvSpPr>
        <p:spPr>
          <a:xfrm>
            <a:off x="3464892" y="2129289"/>
            <a:ext cx="1291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</a:rPr>
              <a:t>Attention Gate (C)</a:t>
            </a:r>
            <a:endParaRPr sz="1200" dirty="0">
              <a:solidFill>
                <a:srgbClr val="000000"/>
              </a:solidFill>
            </a:endParaRPr>
          </a:p>
        </p:txBody>
      </p:sp>
      <p:sp>
        <p:nvSpPr>
          <p:cNvPr id="273" name="Google Shape;178;p13">
            <a:extLst>
              <a:ext uri="{FF2B5EF4-FFF2-40B4-BE49-F238E27FC236}">
                <a16:creationId xmlns:a16="http://schemas.microsoft.com/office/drawing/2014/main" id="{13E3C566-0333-1DD0-0421-E8876314FF3A}"/>
              </a:ext>
            </a:extLst>
          </p:cNvPr>
          <p:cNvSpPr txBox="1"/>
          <p:nvPr/>
        </p:nvSpPr>
        <p:spPr>
          <a:xfrm>
            <a:off x="5096427" y="2129289"/>
            <a:ext cx="100584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1x1 </a:t>
            </a:r>
            <a:r>
              <a:rPr lang="en" sz="1200" dirty="0">
                <a:solidFill>
                  <a:srgbClr val="000000"/>
                </a:solidFill>
              </a:rPr>
              <a:t>Conv (C)</a:t>
            </a:r>
            <a:endParaRPr sz="1200" dirty="0">
              <a:solidFill>
                <a:srgbClr val="000000"/>
              </a:solidFill>
            </a:endParaRPr>
          </a:p>
        </p:txBody>
      </p:sp>
      <p:cxnSp>
        <p:nvCxnSpPr>
          <p:cNvPr id="274" name="Google Shape;179;p13">
            <a:extLst>
              <a:ext uri="{FF2B5EF4-FFF2-40B4-BE49-F238E27FC236}">
                <a16:creationId xmlns:a16="http://schemas.microsoft.com/office/drawing/2014/main" id="{D18D87BA-0C65-95C9-5986-98FEF5F0BB4B}"/>
              </a:ext>
            </a:extLst>
          </p:cNvPr>
          <p:cNvCxnSpPr/>
          <p:nvPr/>
        </p:nvCxnSpPr>
        <p:spPr>
          <a:xfrm>
            <a:off x="4878655" y="2225500"/>
            <a:ext cx="109200" cy="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75" name="Google Shape;180;p13">
            <a:extLst>
              <a:ext uri="{FF2B5EF4-FFF2-40B4-BE49-F238E27FC236}">
                <a16:creationId xmlns:a16="http://schemas.microsoft.com/office/drawing/2014/main" id="{B62BB335-566E-8D55-986E-83E1154736FC}"/>
              </a:ext>
            </a:extLst>
          </p:cNvPr>
          <p:cNvCxnSpPr>
            <a:stCxn id="232" idx="3"/>
            <a:endCxn id="234" idx="2"/>
          </p:cNvCxnSpPr>
          <p:nvPr/>
        </p:nvCxnSpPr>
        <p:spPr>
          <a:xfrm rot="16200000" flipH="1">
            <a:off x="6187490" y="1481762"/>
            <a:ext cx="365700" cy="174600"/>
          </a:xfrm>
          <a:prstGeom prst="bentConnector2">
            <a:avLst/>
          </a:prstGeom>
          <a:noFill/>
          <a:ln w="19050" cap="flat" cmpd="sng">
            <a:solidFill>
              <a:srgbClr val="BF9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76" name="Google Shape;181;p13">
            <a:extLst>
              <a:ext uri="{FF2B5EF4-FFF2-40B4-BE49-F238E27FC236}">
                <a16:creationId xmlns:a16="http://schemas.microsoft.com/office/drawing/2014/main" id="{72CB90B2-BF5E-75D7-A3FE-0895C223B2F4}"/>
              </a:ext>
            </a:extLst>
          </p:cNvPr>
          <p:cNvCxnSpPr>
            <a:stCxn id="14" idx="2"/>
            <a:endCxn id="234" idx="0"/>
          </p:cNvCxnSpPr>
          <p:nvPr/>
        </p:nvCxnSpPr>
        <p:spPr>
          <a:xfrm flipH="1">
            <a:off x="6485262" y="1524827"/>
            <a:ext cx="138900" cy="199500"/>
          </a:xfrm>
          <a:prstGeom prst="bentConnector2">
            <a:avLst/>
          </a:prstGeom>
          <a:noFill/>
          <a:ln w="19050" cap="flat" cmpd="sng">
            <a:solidFill>
              <a:srgbClr val="54813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77" name="Google Shape;182;p13">
            <a:extLst>
              <a:ext uri="{FF2B5EF4-FFF2-40B4-BE49-F238E27FC236}">
                <a16:creationId xmlns:a16="http://schemas.microsoft.com/office/drawing/2014/main" id="{834663D9-D4F5-FF39-CF93-10D12AE94290}"/>
              </a:ext>
            </a:extLst>
          </p:cNvPr>
          <p:cNvCxnSpPr>
            <a:stCxn id="228" idx="3"/>
            <a:endCxn id="224" idx="2"/>
          </p:cNvCxnSpPr>
          <p:nvPr/>
        </p:nvCxnSpPr>
        <p:spPr>
          <a:xfrm rot="16200000" flipH="1">
            <a:off x="5552190" y="1308668"/>
            <a:ext cx="203400" cy="282000"/>
          </a:xfrm>
          <a:prstGeom prst="bentConnector2">
            <a:avLst/>
          </a:prstGeom>
          <a:noFill/>
          <a:ln w="19050" cap="flat" cmpd="sng">
            <a:solidFill>
              <a:srgbClr val="BF9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78" name="Google Shape;183;p13">
            <a:extLst>
              <a:ext uri="{FF2B5EF4-FFF2-40B4-BE49-F238E27FC236}">
                <a16:creationId xmlns:a16="http://schemas.microsoft.com/office/drawing/2014/main" id="{A260B972-84BD-933D-0542-F5F07DD77D7A}"/>
              </a:ext>
            </a:extLst>
          </p:cNvPr>
          <p:cNvCxnSpPr>
            <a:stCxn id="225" idx="2"/>
            <a:endCxn id="224" idx="0"/>
          </p:cNvCxnSpPr>
          <p:nvPr/>
        </p:nvCxnSpPr>
        <p:spPr>
          <a:xfrm flipH="1">
            <a:off x="5822395" y="1098646"/>
            <a:ext cx="66600" cy="425400"/>
          </a:xfrm>
          <a:prstGeom prst="bentConnector2">
            <a:avLst/>
          </a:prstGeom>
          <a:noFill/>
          <a:ln w="19050" cap="flat" cmpd="sng">
            <a:solidFill>
              <a:srgbClr val="54813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79" name="Google Shape;184;p13">
            <a:extLst>
              <a:ext uri="{FF2B5EF4-FFF2-40B4-BE49-F238E27FC236}">
                <a16:creationId xmlns:a16="http://schemas.microsoft.com/office/drawing/2014/main" id="{F10BD39C-E7DA-5E8B-DC8D-42DC5C2BDFAD}"/>
              </a:ext>
            </a:extLst>
          </p:cNvPr>
          <p:cNvCxnSpPr>
            <a:stCxn id="224" idx="6"/>
            <a:endCxn id="231" idx="3"/>
          </p:cNvCxnSpPr>
          <p:nvPr/>
        </p:nvCxnSpPr>
        <p:spPr>
          <a:xfrm rot="10800000" flipH="1">
            <a:off x="5849708" y="1386150"/>
            <a:ext cx="153000" cy="165300"/>
          </a:xfrm>
          <a:prstGeom prst="bentConnector2">
            <a:avLst/>
          </a:prstGeom>
          <a:noFill/>
          <a:ln w="19050" cap="flat" cmpd="sng">
            <a:solidFill>
              <a:srgbClr val="54813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80" name="Google Shape;185;p13">
            <a:extLst>
              <a:ext uri="{FF2B5EF4-FFF2-40B4-BE49-F238E27FC236}">
                <a16:creationId xmlns:a16="http://schemas.microsoft.com/office/drawing/2014/main" id="{7317B951-56F2-6C0F-15C3-7A5371A04F47}"/>
              </a:ext>
            </a:extLst>
          </p:cNvPr>
          <p:cNvCxnSpPr>
            <a:stCxn id="230" idx="3"/>
            <a:endCxn id="223" idx="2"/>
          </p:cNvCxnSpPr>
          <p:nvPr/>
        </p:nvCxnSpPr>
        <p:spPr>
          <a:xfrm rot="16200000" flipH="1">
            <a:off x="4607065" y="1309730"/>
            <a:ext cx="222300" cy="204600"/>
          </a:xfrm>
          <a:prstGeom prst="bentConnector2">
            <a:avLst/>
          </a:prstGeom>
          <a:noFill/>
          <a:ln w="19050" cap="flat" cmpd="sng">
            <a:solidFill>
              <a:srgbClr val="BF9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81" name="Google Shape;186;p13">
            <a:extLst>
              <a:ext uri="{FF2B5EF4-FFF2-40B4-BE49-F238E27FC236}">
                <a16:creationId xmlns:a16="http://schemas.microsoft.com/office/drawing/2014/main" id="{64C44FB0-1784-2BFA-91DE-1CBAF12D8947}"/>
              </a:ext>
            </a:extLst>
          </p:cNvPr>
          <p:cNvCxnSpPr>
            <a:stCxn id="226" idx="2"/>
            <a:endCxn id="223" idx="0"/>
          </p:cNvCxnSpPr>
          <p:nvPr/>
        </p:nvCxnSpPr>
        <p:spPr>
          <a:xfrm flipH="1">
            <a:off x="4848013" y="1174543"/>
            <a:ext cx="60000" cy="321300"/>
          </a:xfrm>
          <a:prstGeom prst="bentConnector2">
            <a:avLst/>
          </a:prstGeom>
          <a:noFill/>
          <a:ln w="19050" cap="flat" cmpd="sng">
            <a:solidFill>
              <a:srgbClr val="54813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82" name="Google Shape;187;p13">
            <a:extLst>
              <a:ext uri="{FF2B5EF4-FFF2-40B4-BE49-F238E27FC236}">
                <a16:creationId xmlns:a16="http://schemas.microsoft.com/office/drawing/2014/main" id="{8573EEA5-13E4-019E-5F83-1800B59E5409}"/>
              </a:ext>
            </a:extLst>
          </p:cNvPr>
          <p:cNvCxnSpPr>
            <a:stCxn id="223" idx="6"/>
            <a:endCxn id="227" idx="3"/>
          </p:cNvCxnSpPr>
          <p:nvPr/>
        </p:nvCxnSpPr>
        <p:spPr>
          <a:xfrm rot="10800000" flipH="1">
            <a:off x="4875523" y="1348005"/>
            <a:ext cx="273600" cy="175200"/>
          </a:xfrm>
          <a:prstGeom prst="bentConnector2">
            <a:avLst/>
          </a:prstGeom>
          <a:noFill/>
          <a:ln w="19050" cap="flat" cmpd="sng">
            <a:solidFill>
              <a:srgbClr val="54813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83" name="Google Shape;188;p13">
            <a:extLst>
              <a:ext uri="{FF2B5EF4-FFF2-40B4-BE49-F238E27FC236}">
                <a16:creationId xmlns:a16="http://schemas.microsoft.com/office/drawing/2014/main" id="{A156CFA6-0342-AC0D-FF50-42F1F5EFDF1F}"/>
              </a:ext>
            </a:extLst>
          </p:cNvPr>
          <p:cNvCxnSpPr>
            <a:stCxn id="209" idx="3"/>
            <a:endCxn id="216" idx="0"/>
          </p:cNvCxnSpPr>
          <p:nvPr/>
        </p:nvCxnSpPr>
        <p:spPr>
          <a:xfrm>
            <a:off x="3827177" y="1300880"/>
            <a:ext cx="0" cy="166200"/>
          </a:xfrm>
          <a:prstGeom prst="straightConnector1">
            <a:avLst/>
          </a:prstGeom>
          <a:noFill/>
          <a:ln w="19050" cap="flat" cmpd="sng">
            <a:solidFill>
              <a:srgbClr val="54813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84" name="Google Shape;189;p13">
            <a:extLst>
              <a:ext uri="{FF2B5EF4-FFF2-40B4-BE49-F238E27FC236}">
                <a16:creationId xmlns:a16="http://schemas.microsoft.com/office/drawing/2014/main" id="{0052D75F-3A2B-D9A1-8BF9-EBC89D019CB9}"/>
              </a:ext>
            </a:extLst>
          </p:cNvPr>
          <p:cNvCxnSpPr>
            <a:stCxn id="215" idx="4"/>
            <a:endCxn id="216" idx="2"/>
          </p:cNvCxnSpPr>
          <p:nvPr/>
        </p:nvCxnSpPr>
        <p:spPr>
          <a:xfrm rot="10800000" flipH="1">
            <a:off x="3642084" y="1494690"/>
            <a:ext cx="157800" cy="1500"/>
          </a:xfrm>
          <a:prstGeom prst="bentConnector3">
            <a:avLst>
              <a:gd name="adj1" fmla="val 61983"/>
            </a:avLst>
          </a:prstGeom>
          <a:noFill/>
          <a:ln w="19050" cap="flat" cmpd="sng">
            <a:solidFill>
              <a:srgbClr val="BF9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85" name="Google Shape;190;p13">
            <a:extLst>
              <a:ext uri="{FF2B5EF4-FFF2-40B4-BE49-F238E27FC236}">
                <a16:creationId xmlns:a16="http://schemas.microsoft.com/office/drawing/2014/main" id="{11AF3813-B8F6-82CD-A408-557D9FA94A3F}"/>
              </a:ext>
            </a:extLst>
          </p:cNvPr>
          <p:cNvCxnSpPr>
            <a:stCxn id="24" idx="0"/>
            <a:endCxn id="20" idx="4"/>
          </p:cNvCxnSpPr>
          <p:nvPr/>
        </p:nvCxnSpPr>
        <p:spPr>
          <a:xfrm flipV="1">
            <a:off x="3455769" y="3337440"/>
            <a:ext cx="0" cy="45732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86" name="Google Shape;191;p13">
            <a:extLst>
              <a:ext uri="{FF2B5EF4-FFF2-40B4-BE49-F238E27FC236}">
                <a16:creationId xmlns:a16="http://schemas.microsoft.com/office/drawing/2014/main" id="{39BB452F-7450-0189-2656-E06EE4572906}"/>
              </a:ext>
            </a:extLst>
          </p:cNvPr>
          <p:cNvCxnSpPr>
            <a:stCxn id="23" idx="3"/>
            <a:endCxn id="24" idx="1"/>
          </p:cNvCxnSpPr>
          <p:nvPr/>
        </p:nvCxnSpPr>
        <p:spPr>
          <a:xfrm>
            <a:off x="2405345" y="3931860"/>
            <a:ext cx="520024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87" name="Google Shape;192;p13">
            <a:extLst>
              <a:ext uri="{FF2B5EF4-FFF2-40B4-BE49-F238E27FC236}">
                <a16:creationId xmlns:a16="http://schemas.microsoft.com/office/drawing/2014/main" id="{8E32A861-B823-DEA2-633B-989D81415D65}"/>
              </a:ext>
            </a:extLst>
          </p:cNvPr>
          <p:cNvSpPr/>
          <p:nvPr/>
        </p:nvSpPr>
        <p:spPr>
          <a:xfrm>
            <a:off x="1032780" y="3111273"/>
            <a:ext cx="218100" cy="218100"/>
          </a:xfrm>
          <a:prstGeom prst="diamond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88" name="Google Shape;193;p13">
            <a:extLst>
              <a:ext uri="{FF2B5EF4-FFF2-40B4-BE49-F238E27FC236}">
                <a16:creationId xmlns:a16="http://schemas.microsoft.com/office/drawing/2014/main" id="{A34EA468-225B-2561-3E4F-224CAF6658E3}"/>
              </a:ext>
            </a:extLst>
          </p:cNvPr>
          <p:cNvCxnSpPr>
            <a:stCxn id="287" idx="1"/>
            <a:endCxn id="23" idx="1"/>
          </p:cNvCxnSpPr>
          <p:nvPr/>
        </p:nvCxnSpPr>
        <p:spPr>
          <a:xfrm>
            <a:off x="1032780" y="3220323"/>
            <a:ext cx="421500" cy="711600"/>
          </a:xfrm>
          <a:prstGeom prst="bentConnector3">
            <a:avLst>
              <a:gd name="adj1" fmla="val 21083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9" name="Google Shape;194;p13">
            <a:extLst>
              <a:ext uri="{FF2B5EF4-FFF2-40B4-BE49-F238E27FC236}">
                <a16:creationId xmlns:a16="http://schemas.microsoft.com/office/drawing/2014/main" id="{BA57D124-343E-FFA2-FC79-71AC5CFAF1B3}"/>
              </a:ext>
            </a:extLst>
          </p:cNvPr>
          <p:cNvCxnSpPr>
            <a:stCxn id="234" idx="4"/>
            <a:endCxn id="235" idx="3"/>
          </p:cNvCxnSpPr>
          <p:nvPr/>
        </p:nvCxnSpPr>
        <p:spPr>
          <a:xfrm rot="16200000" flipH="1">
            <a:off x="6408706" y="1855755"/>
            <a:ext cx="348600" cy="195600"/>
          </a:xfrm>
          <a:prstGeom prst="bentConnector3">
            <a:avLst>
              <a:gd name="adj1" fmla="val 155908"/>
            </a:avLst>
          </a:prstGeom>
          <a:noFill/>
          <a:ln w="19050" cap="flat" cmpd="sng">
            <a:solidFill>
              <a:srgbClr val="54813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90" name="Google Shape;195;p13">
            <a:extLst>
              <a:ext uri="{FF2B5EF4-FFF2-40B4-BE49-F238E27FC236}">
                <a16:creationId xmlns:a16="http://schemas.microsoft.com/office/drawing/2014/main" id="{790E810E-DEF2-B6B3-4E16-6AC569610488}"/>
              </a:ext>
            </a:extLst>
          </p:cNvPr>
          <p:cNvCxnSpPr>
            <a:stCxn id="216" idx="6"/>
            <a:endCxn id="229" idx="3"/>
          </p:cNvCxnSpPr>
          <p:nvPr/>
        </p:nvCxnSpPr>
        <p:spPr>
          <a:xfrm rot="10800000" flipH="1">
            <a:off x="3854725" y="1300793"/>
            <a:ext cx="248400" cy="193800"/>
          </a:xfrm>
          <a:prstGeom prst="bentConnector2">
            <a:avLst/>
          </a:prstGeom>
          <a:noFill/>
          <a:ln w="19050" cap="flat" cmpd="sng">
            <a:solidFill>
              <a:srgbClr val="54813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91" name="Google Shape;196;p13">
            <a:extLst>
              <a:ext uri="{FF2B5EF4-FFF2-40B4-BE49-F238E27FC236}">
                <a16:creationId xmlns:a16="http://schemas.microsoft.com/office/drawing/2014/main" id="{A78127F2-4684-4CEC-92C8-D0264AA5D469}"/>
              </a:ext>
            </a:extLst>
          </p:cNvPr>
          <p:cNvSpPr/>
          <p:nvPr/>
        </p:nvSpPr>
        <p:spPr>
          <a:xfrm>
            <a:off x="465" y="271425"/>
            <a:ext cx="914400" cy="1606767"/>
          </a:xfrm>
          <a:prstGeom prst="roundRect">
            <a:avLst>
              <a:gd name="adj" fmla="val 5128"/>
            </a:avLst>
          </a:prstGeom>
          <a:solidFill>
            <a:srgbClr val="F7CA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7" name="Google Shape;202;p13">
            <a:extLst>
              <a:ext uri="{FF2B5EF4-FFF2-40B4-BE49-F238E27FC236}">
                <a16:creationId xmlns:a16="http://schemas.microsoft.com/office/drawing/2014/main" id="{A7C3C6DC-A0F0-978A-2494-F309BD65FBD4}"/>
              </a:ext>
            </a:extLst>
          </p:cNvPr>
          <p:cNvCxnSpPr>
            <a:cxnSpLocks/>
          </p:cNvCxnSpPr>
          <p:nvPr/>
        </p:nvCxnSpPr>
        <p:spPr>
          <a:xfrm>
            <a:off x="448038" y="1405413"/>
            <a:ext cx="0" cy="13716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98" name="Google Shape;204;p13">
            <a:extLst>
              <a:ext uri="{FF2B5EF4-FFF2-40B4-BE49-F238E27FC236}">
                <a16:creationId xmlns:a16="http://schemas.microsoft.com/office/drawing/2014/main" id="{BE52F484-3861-32B3-8A8A-B7C1E595B46C}"/>
              </a:ext>
            </a:extLst>
          </p:cNvPr>
          <p:cNvCxnSpPr>
            <a:cxnSpLocks/>
          </p:cNvCxnSpPr>
          <p:nvPr/>
        </p:nvCxnSpPr>
        <p:spPr>
          <a:xfrm>
            <a:off x="448038" y="565534"/>
            <a:ext cx="0" cy="13716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601F66FD-D2D5-5383-34A9-973BAD277B06}"/>
              </a:ext>
            </a:extLst>
          </p:cNvPr>
          <p:cNvSpPr txBox="1"/>
          <p:nvPr/>
        </p:nvSpPr>
        <p:spPr>
          <a:xfrm>
            <a:off x="-1" y="368816"/>
            <a:ext cx="914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000000"/>
                </a:solidFill>
              </a:rPr>
              <a:t>IFT</a:t>
            </a:r>
          </a:p>
        </p:txBody>
      </p:sp>
      <p:sp>
        <p:nvSpPr>
          <p:cNvPr id="56" name="Google Shape;61;p13">
            <a:extLst>
              <a:ext uri="{FF2B5EF4-FFF2-40B4-BE49-F238E27FC236}">
                <a16:creationId xmlns:a16="http://schemas.microsoft.com/office/drawing/2014/main" id="{18A14C8F-7152-CFD0-0648-1E3AB4410D4A}"/>
              </a:ext>
            </a:extLst>
          </p:cNvPr>
          <p:cNvSpPr/>
          <p:nvPr/>
        </p:nvSpPr>
        <p:spPr>
          <a:xfrm>
            <a:off x="36558" y="728239"/>
            <a:ext cx="822960" cy="180000"/>
          </a:xfrm>
          <a:prstGeom prst="rect">
            <a:avLst/>
          </a:prstGeom>
          <a:solidFill>
            <a:srgbClr val="E1EFD8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Transpose</a:t>
            </a:r>
            <a:endParaRPr sz="1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" name="Google Shape;204;p13">
            <a:extLst>
              <a:ext uri="{FF2B5EF4-FFF2-40B4-BE49-F238E27FC236}">
                <a16:creationId xmlns:a16="http://schemas.microsoft.com/office/drawing/2014/main" id="{4909492F-A496-1606-40EB-A23F21407F42}"/>
              </a:ext>
            </a:extLst>
          </p:cNvPr>
          <p:cNvCxnSpPr>
            <a:cxnSpLocks/>
          </p:cNvCxnSpPr>
          <p:nvPr/>
        </p:nvCxnSpPr>
        <p:spPr>
          <a:xfrm>
            <a:off x="448038" y="923735"/>
            <a:ext cx="0" cy="13716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8" name="Google Shape;69;p13">
            <a:extLst>
              <a:ext uri="{FF2B5EF4-FFF2-40B4-BE49-F238E27FC236}">
                <a16:creationId xmlns:a16="http://schemas.microsoft.com/office/drawing/2014/main" id="{7A93D145-B6B5-B700-4B4A-5D5566FE54F2}"/>
              </a:ext>
            </a:extLst>
          </p:cNvPr>
          <p:cNvSpPr/>
          <p:nvPr/>
        </p:nvSpPr>
        <p:spPr>
          <a:xfrm>
            <a:off x="49288" y="2833008"/>
            <a:ext cx="819586" cy="180000"/>
          </a:xfrm>
          <a:prstGeom prst="rect">
            <a:avLst/>
          </a:prstGeom>
          <a:solidFill>
            <a:srgbClr val="FFD966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LeakReLU</a:t>
            </a:r>
            <a:r>
              <a:rPr lang="en" sz="1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(C)</a:t>
            </a:r>
            <a:endParaRPr sz="1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61;p13">
            <a:extLst>
              <a:ext uri="{FF2B5EF4-FFF2-40B4-BE49-F238E27FC236}">
                <a16:creationId xmlns:a16="http://schemas.microsoft.com/office/drawing/2014/main" id="{E9CB473D-4981-78A6-37D2-E5868DE00778}"/>
              </a:ext>
            </a:extLst>
          </p:cNvPr>
          <p:cNvSpPr/>
          <p:nvPr/>
        </p:nvSpPr>
        <p:spPr>
          <a:xfrm>
            <a:off x="36558" y="1537972"/>
            <a:ext cx="822960" cy="180000"/>
          </a:xfrm>
          <a:prstGeom prst="rect">
            <a:avLst/>
          </a:prstGeom>
          <a:solidFill>
            <a:srgbClr val="E1EFD8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Transpose</a:t>
            </a:r>
            <a:endParaRPr sz="1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58;p13">
            <a:extLst>
              <a:ext uri="{FF2B5EF4-FFF2-40B4-BE49-F238E27FC236}">
                <a16:creationId xmlns:a16="http://schemas.microsoft.com/office/drawing/2014/main" id="{35D5EF73-D284-354D-0D5B-60A67F576652}"/>
              </a:ext>
            </a:extLst>
          </p:cNvPr>
          <p:cNvSpPr/>
          <p:nvPr/>
        </p:nvSpPr>
        <p:spPr>
          <a:xfrm>
            <a:off x="47601" y="3794934"/>
            <a:ext cx="822960" cy="180000"/>
          </a:xfrm>
          <a:prstGeom prst="rect">
            <a:avLst/>
          </a:prstGeom>
          <a:solidFill>
            <a:srgbClr val="FFF2CC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Linear (C)</a:t>
            </a:r>
            <a:endParaRPr sz="1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9;p13">
            <a:extLst>
              <a:ext uri="{FF2B5EF4-FFF2-40B4-BE49-F238E27FC236}">
                <a16:creationId xmlns:a16="http://schemas.microsoft.com/office/drawing/2014/main" id="{7EE48BD4-1B3B-C98A-B6C9-30A6499D98FF}"/>
              </a:ext>
            </a:extLst>
          </p:cNvPr>
          <p:cNvSpPr/>
          <p:nvPr/>
        </p:nvSpPr>
        <p:spPr>
          <a:xfrm>
            <a:off x="49288" y="3474292"/>
            <a:ext cx="819586" cy="180000"/>
          </a:xfrm>
          <a:prstGeom prst="rect">
            <a:avLst/>
          </a:prstGeom>
          <a:solidFill>
            <a:srgbClr val="FFD966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LeakReLU</a:t>
            </a:r>
            <a:r>
              <a:rPr lang="en" sz="1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(C)</a:t>
            </a:r>
            <a:endParaRPr sz="1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2" name="Google Shape;62;p13">
            <a:extLst>
              <a:ext uri="{FF2B5EF4-FFF2-40B4-BE49-F238E27FC236}">
                <a16:creationId xmlns:a16="http://schemas.microsoft.com/office/drawing/2014/main" id="{7865A202-BFD7-060C-1C99-41B7B15F56BE}"/>
              </a:ext>
            </a:extLst>
          </p:cNvPr>
          <p:cNvCxnSpPr>
            <a:cxnSpLocks/>
          </p:cNvCxnSpPr>
          <p:nvPr/>
        </p:nvCxnSpPr>
        <p:spPr>
          <a:xfrm>
            <a:off x="459016" y="3014767"/>
            <a:ext cx="131" cy="137124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95" name="Google Shape;62;p13">
            <a:extLst>
              <a:ext uri="{FF2B5EF4-FFF2-40B4-BE49-F238E27FC236}">
                <a16:creationId xmlns:a16="http://schemas.microsoft.com/office/drawing/2014/main" id="{24CF14B6-79D2-FAED-5B6B-5ADDDCC83B1D}"/>
              </a:ext>
            </a:extLst>
          </p:cNvPr>
          <p:cNvCxnSpPr>
            <a:cxnSpLocks/>
          </p:cNvCxnSpPr>
          <p:nvPr/>
        </p:nvCxnSpPr>
        <p:spPr>
          <a:xfrm>
            <a:off x="459016" y="3335409"/>
            <a:ext cx="131" cy="137124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96" name="Google Shape;62;p13">
            <a:extLst>
              <a:ext uri="{FF2B5EF4-FFF2-40B4-BE49-F238E27FC236}">
                <a16:creationId xmlns:a16="http://schemas.microsoft.com/office/drawing/2014/main" id="{F0686776-BADC-7779-86BE-0928FCED7934}"/>
              </a:ext>
            </a:extLst>
          </p:cNvPr>
          <p:cNvCxnSpPr>
            <a:cxnSpLocks/>
          </p:cNvCxnSpPr>
          <p:nvPr/>
        </p:nvCxnSpPr>
        <p:spPr>
          <a:xfrm>
            <a:off x="459016" y="3656051"/>
            <a:ext cx="131" cy="137124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97" name="Google Shape;54;p13">
            <a:extLst>
              <a:ext uri="{FF2B5EF4-FFF2-40B4-BE49-F238E27FC236}">
                <a16:creationId xmlns:a16="http://schemas.microsoft.com/office/drawing/2014/main" id="{0BF2EA03-C82E-DF24-1FC3-9BE4B6E624AA}"/>
              </a:ext>
            </a:extLst>
          </p:cNvPr>
          <p:cNvSpPr/>
          <p:nvPr/>
        </p:nvSpPr>
        <p:spPr>
          <a:xfrm>
            <a:off x="81207" y="1071366"/>
            <a:ext cx="733663" cy="328600"/>
          </a:xfrm>
          <a:prstGeom prst="roundRect">
            <a:avLst>
              <a:gd name="adj" fmla="val 10146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AFT Block (C)</a:t>
            </a:r>
            <a:endParaRPr sz="1000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" name="Google Shape;202;p13">
            <a:extLst>
              <a:ext uri="{FF2B5EF4-FFF2-40B4-BE49-F238E27FC236}">
                <a16:creationId xmlns:a16="http://schemas.microsoft.com/office/drawing/2014/main" id="{92B83B03-F45D-EFDF-890E-B44FE6B6B85B}"/>
              </a:ext>
            </a:extLst>
          </p:cNvPr>
          <p:cNvCxnSpPr>
            <a:cxnSpLocks/>
          </p:cNvCxnSpPr>
          <p:nvPr/>
        </p:nvCxnSpPr>
        <p:spPr>
          <a:xfrm>
            <a:off x="448038" y="1718393"/>
            <a:ext cx="0" cy="13716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99" name="Google Shape;202;p13">
            <a:extLst>
              <a:ext uri="{FF2B5EF4-FFF2-40B4-BE49-F238E27FC236}">
                <a16:creationId xmlns:a16="http://schemas.microsoft.com/office/drawing/2014/main" id="{ABC5E3BF-75B9-2B3E-A699-A32045FA076E}"/>
              </a:ext>
            </a:extLst>
          </p:cNvPr>
          <p:cNvCxnSpPr>
            <a:cxnSpLocks/>
          </p:cNvCxnSpPr>
          <p:nvPr/>
        </p:nvCxnSpPr>
        <p:spPr>
          <a:xfrm>
            <a:off x="448038" y="291521"/>
            <a:ext cx="0" cy="13716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161</Words>
  <Application>Microsoft Macintosh PowerPoint</Application>
  <PresentationFormat>Custom</PresentationFormat>
  <Paragraphs>45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Yanting Yang</dc:creator>
  <cp:lastModifiedBy>yyt01@student.ubc.ca</cp:lastModifiedBy>
  <cp:revision>8</cp:revision>
  <dcterms:modified xsi:type="dcterms:W3CDTF">2025-02-28T23:38:15Z</dcterms:modified>
</cp:coreProperties>
</file>