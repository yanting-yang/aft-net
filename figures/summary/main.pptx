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32004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2" userDrawn="1">
          <p15:clr>
            <a:srgbClr val="747775"/>
          </p15:clr>
        </p15:guide>
        <p15:guide id="2" pos="216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6" autoAdjust="0"/>
    <p:restoredTop sz="86014" autoAdjust="0"/>
  </p:normalViewPr>
  <p:slideViewPr>
    <p:cSldViewPr snapToGrid="0" showGuides="1">
      <p:cViewPr varScale="1">
        <p:scale>
          <a:sx n="268" d="100"/>
          <a:sy n="268" d="100"/>
        </p:scale>
        <p:origin x="912" y="176"/>
      </p:cViewPr>
      <p:guideLst>
        <p:guide orient="horz" pos="1022"/>
        <p:guide pos="21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244475" y="685800"/>
            <a:ext cx="7346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5ba4159d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44475" y="685800"/>
            <a:ext cx="7346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5ba4159d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523770"/>
            <a:ext cx="51435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680951"/>
            <a:ext cx="51435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60" indent="0" algn="ctr">
              <a:buNone/>
              <a:defRPr sz="935"/>
            </a:lvl2pPr>
            <a:lvl3pPr marL="426720" indent="0" algn="ctr">
              <a:buNone/>
              <a:defRPr sz="840"/>
            </a:lvl3pPr>
            <a:lvl4pPr marL="640080" indent="0" algn="ctr">
              <a:buNone/>
              <a:defRPr sz="745"/>
            </a:lvl4pPr>
            <a:lvl5pPr marL="853440" indent="0" algn="ctr">
              <a:buNone/>
              <a:defRPr sz="745"/>
            </a:lvl5pPr>
            <a:lvl6pPr marL="1066800" indent="0" algn="ctr">
              <a:buNone/>
              <a:defRPr sz="745"/>
            </a:lvl6pPr>
            <a:lvl7pPr marL="1280160" indent="0" algn="ctr">
              <a:buNone/>
              <a:defRPr sz="745"/>
            </a:lvl7pPr>
            <a:lvl8pPr marL="1493520" indent="0" algn="ctr">
              <a:buNone/>
              <a:defRPr sz="745"/>
            </a:lvl8pPr>
            <a:lvl9pPr marL="1706880" indent="0" algn="ctr">
              <a:buNone/>
              <a:defRPr sz="7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797878"/>
            <a:ext cx="591502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2141750"/>
            <a:ext cx="591502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1pPr>
            <a:lvl2pPr marL="21336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2pPr>
            <a:lvl3pPr marL="4267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64008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4pPr>
            <a:lvl5pPr marL="85344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5pPr>
            <a:lvl6pPr marL="106680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6pPr>
            <a:lvl7pPr marL="128016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7pPr>
            <a:lvl8pPr marL="149352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8pPr>
            <a:lvl9pPr marL="1706880" indent="0">
              <a:buNone/>
              <a:defRPr sz="7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851959"/>
            <a:ext cx="291465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851959"/>
            <a:ext cx="291465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70392"/>
            <a:ext cx="591502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784543"/>
            <a:ext cx="2901255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60" indent="0">
              <a:buNone/>
              <a:defRPr sz="935" b="1"/>
            </a:lvl2pPr>
            <a:lvl3pPr marL="426720" indent="0">
              <a:buNone/>
              <a:defRPr sz="840" b="1"/>
            </a:lvl3pPr>
            <a:lvl4pPr marL="640080" indent="0">
              <a:buNone/>
              <a:defRPr sz="745" b="1"/>
            </a:lvl4pPr>
            <a:lvl5pPr marL="853440" indent="0">
              <a:buNone/>
              <a:defRPr sz="745" b="1"/>
            </a:lvl5pPr>
            <a:lvl6pPr marL="1066800" indent="0">
              <a:buNone/>
              <a:defRPr sz="745" b="1"/>
            </a:lvl6pPr>
            <a:lvl7pPr marL="1280160" indent="0">
              <a:buNone/>
              <a:defRPr sz="745" b="1"/>
            </a:lvl7pPr>
            <a:lvl8pPr marL="1493520" indent="0">
              <a:buNone/>
              <a:defRPr sz="745" b="1"/>
            </a:lvl8pPr>
            <a:lvl9pPr marL="1706880" indent="0">
              <a:buNone/>
              <a:defRPr sz="7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169035"/>
            <a:ext cx="290125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784543"/>
            <a:ext cx="2915543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60" indent="0">
              <a:buNone/>
              <a:defRPr sz="935" b="1"/>
            </a:lvl2pPr>
            <a:lvl3pPr marL="426720" indent="0">
              <a:buNone/>
              <a:defRPr sz="840" b="1"/>
            </a:lvl3pPr>
            <a:lvl4pPr marL="640080" indent="0">
              <a:buNone/>
              <a:defRPr sz="745" b="1"/>
            </a:lvl4pPr>
            <a:lvl5pPr marL="853440" indent="0">
              <a:buNone/>
              <a:defRPr sz="745" b="1"/>
            </a:lvl5pPr>
            <a:lvl6pPr marL="1066800" indent="0">
              <a:buNone/>
              <a:defRPr sz="745" b="1"/>
            </a:lvl6pPr>
            <a:lvl7pPr marL="1280160" indent="0">
              <a:buNone/>
              <a:defRPr sz="745" b="1"/>
            </a:lvl7pPr>
            <a:lvl8pPr marL="1493520" indent="0">
              <a:buNone/>
              <a:defRPr sz="745" b="1"/>
            </a:lvl8pPr>
            <a:lvl9pPr marL="1706880" indent="0">
              <a:buNone/>
              <a:defRPr sz="7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169035"/>
            <a:ext cx="291554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13360"/>
            <a:ext cx="2211883" cy="746760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460799"/>
            <a:ext cx="3471863" cy="2274358"/>
          </a:xfrm>
        </p:spPr>
        <p:txBody>
          <a:bodyPr/>
          <a:lstStyle>
            <a:lvl1pPr>
              <a:defRPr sz="1495"/>
            </a:lvl1pPr>
            <a:lvl2pPr>
              <a:defRPr sz="1305"/>
            </a:lvl2pPr>
            <a:lvl3pPr>
              <a:defRPr sz="1120"/>
            </a:lvl3pPr>
            <a:lvl4pPr>
              <a:defRPr sz="935"/>
            </a:lvl4pPr>
            <a:lvl5pPr>
              <a:defRPr sz="935"/>
            </a:lvl5pPr>
            <a:lvl6pPr>
              <a:defRPr sz="935"/>
            </a:lvl6pPr>
            <a:lvl7pPr>
              <a:defRPr sz="935"/>
            </a:lvl7pPr>
            <a:lvl8pPr>
              <a:defRPr sz="935"/>
            </a:lvl8pPr>
            <a:lvl9pPr>
              <a:defRPr sz="9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60120"/>
            <a:ext cx="2211883" cy="1778741"/>
          </a:xfrm>
        </p:spPr>
        <p:txBody>
          <a:bodyPr/>
          <a:lstStyle>
            <a:lvl1pPr marL="0" indent="0">
              <a:buNone/>
              <a:defRPr sz="745"/>
            </a:lvl1pPr>
            <a:lvl2pPr marL="213360" indent="0">
              <a:buNone/>
              <a:defRPr sz="655"/>
            </a:lvl2pPr>
            <a:lvl3pPr marL="426720" indent="0">
              <a:buNone/>
              <a:defRPr sz="560"/>
            </a:lvl3pPr>
            <a:lvl4pPr marL="640080" indent="0">
              <a:buNone/>
              <a:defRPr sz="465"/>
            </a:lvl4pPr>
            <a:lvl5pPr marL="853440" indent="0">
              <a:buNone/>
              <a:defRPr sz="465"/>
            </a:lvl5pPr>
            <a:lvl6pPr marL="1066800" indent="0">
              <a:buNone/>
              <a:defRPr sz="465"/>
            </a:lvl6pPr>
            <a:lvl7pPr marL="1280160" indent="0">
              <a:buNone/>
              <a:defRPr sz="465"/>
            </a:lvl7pPr>
            <a:lvl8pPr marL="1493520" indent="0">
              <a:buNone/>
              <a:defRPr sz="465"/>
            </a:lvl8pPr>
            <a:lvl9pPr marL="1706880" indent="0">
              <a:buNone/>
              <a:defRPr sz="4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13360"/>
            <a:ext cx="2211883" cy="746760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460799"/>
            <a:ext cx="3471863" cy="2274358"/>
          </a:xfrm>
        </p:spPr>
        <p:txBody>
          <a:bodyPr anchor="t"/>
          <a:lstStyle>
            <a:lvl1pPr marL="0" indent="0">
              <a:buNone/>
              <a:defRPr sz="1495"/>
            </a:lvl1pPr>
            <a:lvl2pPr marL="213360" indent="0">
              <a:buNone/>
              <a:defRPr sz="1305"/>
            </a:lvl2pPr>
            <a:lvl3pPr marL="426720" indent="0">
              <a:buNone/>
              <a:defRPr sz="1120"/>
            </a:lvl3pPr>
            <a:lvl4pPr marL="640080" indent="0">
              <a:buNone/>
              <a:defRPr sz="935"/>
            </a:lvl4pPr>
            <a:lvl5pPr marL="853440" indent="0">
              <a:buNone/>
              <a:defRPr sz="935"/>
            </a:lvl5pPr>
            <a:lvl6pPr marL="1066800" indent="0">
              <a:buNone/>
              <a:defRPr sz="935"/>
            </a:lvl6pPr>
            <a:lvl7pPr marL="1280160" indent="0">
              <a:buNone/>
              <a:defRPr sz="935"/>
            </a:lvl7pPr>
            <a:lvl8pPr marL="1493520" indent="0">
              <a:buNone/>
              <a:defRPr sz="935"/>
            </a:lvl8pPr>
            <a:lvl9pPr marL="1706880" indent="0">
              <a:buNone/>
              <a:defRPr sz="9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60120"/>
            <a:ext cx="2211883" cy="1778741"/>
          </a:xfrm>
        </p:spPr>
        <p:txBody>
          <a:bodyPr/>
          <a:lstStyle>
            <a:lvl1pPr marL="0" indent="0">
              <a:buNone/>
              <a:defRPr sz="745"/>
            </a:lvl1pPr>
            <a:lvl2pPr marL="213360" indent="0">
              <a:buNone/>
              <a:defRPr sz="655"/>
            </a:lvl2pPr>
            <a:lvl3pPr marL="426720" indent="0">
              <a:buNone/>
              <a:defRPr sz="560"/>
            </a:lvl3pPr>
            <a:lvl4pPr marL="640080" indent="0">
              <a:buNone/>
              <a:defRPr sz="465"/>
            </a:lvl4pPr>
            <a:lvl5pPr marL="853440" indent="0">
              <a:buNone/>
              <a:defRPr sz="465"/>
            </a:lvl5pPr>
            <a:lvl6pPr marL="1066800" indent="0">
              <a:buNone/>
              <a:defRPr sz="465"/>
            </a:lvl6pPr>
            <a:lvl7pPr marL="1280160" indent="0">
              <a:buNone/>
              <a:defRPr sz="465"/>
            </a:lvl7pPr>
            <a:lvl8pPr marL="1493520" indent="0">
              <a:buNone/>
              <a:defRPr sz="465"/>
            </a:lvl8pPr>
            <a:lvl9pPr marL="1706880" indent="0">
              <a:buNone/>
              <a:defRPr sz="4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70392"/>
            <a:ext cx="1478756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70392"/>
            <a:ext cx="4350544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70392"/>
            <a:ext cx="591502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851959"/>
            <a:ext cx="591502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2966297"/>
            <a:ext cx="154305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966297"/>
            <a:ext cx="231457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966297"/>
            <a:ext cx="154305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26720" rtl="0" eaLnBrk="1" latinLnBrk="0" hangingPunct="1">
        <a:lnSpc>
          <a:spcPct val="90000"/>
        </a:lnSpc>
        <a:spcBef>
          <a:spcPct val="0"/>
        </a:spcBef>
        <a:buNone/>
        <a:defRPr sz="2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0" indent="-106680" algn="l" defTabSz="42672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305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3pPr>
      <a:lvl4pPr marL="74676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48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84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560" indent="-106680" algn="l" defTabSz="42672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6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2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44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52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6880" algn="l" defTabSz="42672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4;p13"/>
          <p:cNvSpPr/>
          <p:nvPr/>
        </p:nvSpPr>
        <p:spPr>
          <a:xfrm>
            <a:off x="3333493" y="454804"/>
            <a:ext cx="2011680" cy="166754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4" name="Google Shape;55;p13"/>
          <p:cNvCxnSpPr>
            <a:endCxn id="37" idx="1"/>
          </p:cNvCxnSpPr>
          <p:nvPr/>
        </p:nvCxnSpPr>
        <p:spPr>
          <a:xfrm>
            <a:off x="3208406" y="1730750"/>
            <a:ext cx="285100" cy="253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57;p13"/>
          <p:cNvCxnSpPr>
            <a:endCxn id="38" idx="1"/>
          </p:cNvCxnSpPr>
          <p:nvPr/>
        </p:nvCxnSpPr>
        <p:spPr>
          <a:xfrm>
            <a:off x="3234472" y="748410"/>
            <a:ext cx="876261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" name="Google Shape;59;p13"/>
          <p:cNvSpPr/>
          <p:nvPr/>
        </p:nvSpPr>
        <p:spPr>
          <a:xfrm>
            <a:off x="4110733" y="1504687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37" name="Google Shape;56;p13"/>
          <p:cNvSpPr/>
          <p:nvPr/>
        </p:nvSpPr>
        <p:spPr>
          <a:xfrm>
            <a:off x="3493506" y="1504687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38" name="Google Shape;58;p13"/>
          <p:cNvSpPr/>
          <p:nvPr/>
        </p:nvSpPr>
        <p:spPr>
          <a:xfrm>
            <a:off x="4110733" y="51981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39" name="Google Shape;60;p13"/>
          <p:cNvSpPr/>
          <p:nvPr/>
        </p:nvSpPr>
        <p:spPr>
          <a:xfrm>
            <a:off x="4727953" y="8494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0" name="Google Shape;61;p13"/>
          <p:cNvSpPr/>
          <p:nvPr/>
        </p:nvSpPr>
        <p:spPr>
          <a:xfrm>
            <a:off x="4727953" y="1504687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6" tIns="45700" rIns="91426" bIns="457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41" name="Google Shape;62;p13"/>
          <p:cNvCxnSpPr>
            <a:stCxn id="37" idx="3"/>
            <a:endCxn id="36" idx="1"/>
          </p:cNvCxnSpPr>
          <p:nvPr/>
        </p:nvCxnSpPr>
        <p:spPr>
          <a:xfrm>
            <a:off x="3950706" y="1733287"/>
            <a:ext cx="160027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" name="Google Shape;63;p13"/>
          <p:cNvCxnSpPr>
            <a:stCxn id="36" idx="3"/>
            <a:endCxn id="40" idx="1"/>
          </p:cNvCxnSpPr>
          <p:nvPr/>
        </p:nvCxnSpPr>
        <p:spPr>
          <a:xfrm>
            <a:off x="4567933" y="1733287"/>
            <a:ext cx="16002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" name="Google Shape;64;p13"/>
          <p:cNvCxnSpPr>
            <a:stCxn id="38" idx="2"/>
            <a:endCxn id="39" idx="1"/>
          </p:cNvCxnSpPr>
          <p:nvPr/>
        </p:nvCxnSpPr>
        <p:spPr>
          <a:xfrm rot="16200000" flipH="1">
            <a:off x="4483123" y="833220"/>
            <a:ext cx="101040" cy="38862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" name="Google Shape;65;p13"/>
          <p:cNvSpPr/>
          <p:nvPr/>
        </p:nvSpPr>
        <p:spPr>
          <a:xfrm>
            <a:off x="3337560" y="2250745"/>
            <a:ext cx="822960" cy="457200"/>
          </a:xfrm>
          <a:prstGeom prst="roundRect">
            <a:avLst>
              <a:gd name="adj" fmla="val 16667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AFT (C)</a:t>
            </a:r>
          </a:p>
        </p:txBody>
      </p:sp>
      <p:sp>
        <p:nvSpPr>
          <p:cNvPr id="45" name="Google Shape;66;p13"/>
          <p:cNvSpPr/>
          <p:nvPr/>
        </p:nvSpPr>
        <p:spPr>
          <a:xfrm>
            <a:off x="4201228" y="2250745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b="1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CUNet</a:t>
            </a:r>
            <a:r>
              <a:rPr lang="en-GB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(C)</a:t>
            </a:r>
          </a:p>
        </p:txBody>
      </p:sp>
      <p:sp>
        <p:nvSpPr>
          <p:cNvPr id="46" name="Google Shape;67;p13"/>
          <p:cNvSpPr txBox="1"/>
          <p:nvPr/>
        </p:nvSpPr>
        <p:spPr>
          <a:xfrm>
            <a:off x="1823848" y="0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Raw Input</a:t>
            </a:r>
            <a:r>
              <a:rPr lang="en-US" alt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s</a:t>
            </a:r>
          </a:p>
        </p:txBody>
      </p:sp>
      <p:sp>
        <p:nvSpPr>
          <p:cNvPr id="47" name="Google Shape;68;p13"/>
          <p:cNvSpPr txBox="1"/>
          <p:nvPr/>
        </p:nvSpPr>
        <p:spPr>
          <a:xfrm>
            <a:off x="3332548" y="0"/>
            <a:ext cx="2011680" cy="454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600" b="1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AFTNet</a:t>
            </a:r>
            <a:r>
              <a:rPr 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Reconstruction</a:t>
            </a:r>
            <a:endParaRPr sz="16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4" name="Google Shape;69;p13"/>
          <p:cNvSpPr txBox="1"/>
          <p:nvPr/>
        </p:nvSpPr>
        <p:spPr>
          <a:xfrm>
            <a:off x="5394884" y="1711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Output</a:t>
            </a:r>
            <a:r>
              <a:rPr lang="en-US" alt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s</a:t>
            </a:r>
          </a:p>
        </p:txBody>
      </p:sp>
      <p:cxnSp>
        <p:nvCxnSpPr>
          <p:cNvPr id="55" name="Google Shape;70;p13"/>
          <p:cNvCxnSpPr>
            <a:stCxn id="38" idx="3"/>
          </p:cNvCxnSpPr>
          <p:nvPr/>
        </p:nvCxnSpPr>
        <p:spPr>
          <a:xfrm>
            <a:off x="4567933" y="748410"/>
            <a:ext cx="826951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6" name="Google Shape;71;p13"/>
          <p:cNvCxnSpPr>
            <a:stCxn id="39" idx="3"/>
          </p:cNvCxnSpPr>
          <p:nvPr/>
        </p:nvCxnSpPr>
        <p:spPr>
          <a:xfrm>
            <a:off x="5185153" y="1078050"/>
            <a:ext cx="209731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" name="Google Shape;72;p13"/>
          <p:cNvCxnSpPr>
            <a:stCxn id="40" idx="3"/>
          </p:cNvCxnSpPr>
          <p:nvPr/>
        </p:nvCxnSpPr>
        <p:spPr>
          <a:xfrm>
            <a:off x="5185153" y="1733287"/>
            <a:ext cx="206615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73;p13"/>
          <p:cNvCxnSpPr>
            <a:cxnSpLocks/>
            <a:stCxn id="36" idx="0"/>
          </p:cNvCxnSpPr>
          <p:nvPr/>
        </p:nvCxnSpPr>
        <p:spPr>
          <a:xfrm rot="5400000" flipH="1" flipV="1">
            <a:off x="4804461" y="917381"/>
            <a:ext cx="122178" cy="1052435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" name="Google Shape;75;p13"/>
          <p:cNvSpPr/>
          <p:nvPr/>
        </p:nvSpPr>
        <p:spPr>
          <a:xfrm>
            <a:off x="0" y="1504687"/>
            <a:ext cx="1783080" cy="1210922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6" tIns="45700" rIns="0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SzPts val="1800"/>
            </a:pPr>
            <a:r>
              <a:rPr lang="en-GB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Cross-modalities</a:t>
            </a:r>
            <a:endParaRPr sz="14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  <a:p>
            <a:pPr marL="25400" algn="ctr" defTabSz="914400">
              <a:buClr>
                <a:srgbClr val="000000"/>
              </a:buClr>
              <a:buSzPts val="1400"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T1w MRI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  <a:p>
            <a:pPr marL="25400" algn="ctr" defTabSz="914400">
              <a:buClr>
                <a:srgbClr val="000000"/>
              </a:buClr>
              <a:buSzPts val="1400"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T2w</a:t>
            </a:r>
            <a:r>
              <a:rPr lang="en-US" alt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MRI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  <a:p>
            <a:pPr marL="25400" algn="ctr" defTabSz="914400">
              <a:buClr>
                <a:srgbClr val="000000"/>
              </a:buClr>
              <a:buSzPts val="1400"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PRESS MRS</a:t>
            </a:r>
          </a:p>
        </p:txBody>
      </p:sp>
      <p:sp>
        <p:nvSpPr>
          <p:cNvPr id="61" name="Google Shape;76;p13"/>
          <p:cNvSpPr/>
          <p:nvPr/>
        </p:nvSpPr>
        <p:spPr>
          <a:xfrm>
            <a:off x="0" y="274201"/>
            <a:ext cx="1783080" cy="1032449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6" tIns="45700" rIns="91426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SzPts val="1800"/>
            </a:pPr>
            <a:r>
              <a:rPr lang="en-GB" sz="14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Cross-fields</a:t>
            </a:r>
            <a:endParaRPr sz="14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  <a:p>
            <a:pPr marL="25400" algn="ctr" defTabSz="914400">
              <a:buClr>
                <a:srgbClr val="000000"/>
              </a:buClr>
              <a:buSzPts val="1400"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1.5T</a:t>
            </a:r>
          </a:p>
          <a:p>
            <a:pPr marL="25400" algn="ctr" defTabSz="914400">
              <a:buClr>
                <a:srgbClr val="000000"/>
              </a:buClr>
              <a:buSzPts val="1400"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3T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2" name="Google Shape;77;p13"/>
          <p:cNvSpPr txBox="1"/>
          <p:nvPr/>
        </p:nvSpPr>
        <p:spPr>
          <a:xfrm>
            <a:off x="0" y="0"/>
            <a:ext cx="1783067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Application</a:t>
            </a:r>
            <a:r>
              <a:rPr lang="en-US" altLang="en-GB" sz="1600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s</a:t>
            </a:r>
          </a:p>
        </p:txBody>
      </p:sp>
      <p:sp>
        <p:nvSpPr>
          <p:cNvPr id="63" name="Google Shape;78;p13"/>
          <p:cNvSpPr/>
          <p:nvPr/>
        </p:nvSpPr>
        <p:spPr>
          <a:xfrm>
            <a:off x="5394884" y="277807"/>
            <a:ext cx="1463040" cy="243690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6" tIns="45700" rIns="91440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4" name="Google Shape;79;p13"/>
          <p:cNvSpPr txBox="1"/>
          <p:nvPr/>
        </p:nvSpPr>
        <p:spPr>
          <a:xfrm>
            <a:off x="5394884" y="247881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Image (R)</a:t>
            </a:r>
          </a:p>
        </p:txBody>
      </p:sp>
      <p:pic>
        <p:nvPicPr>
          <p:cNvPr id="65" name="Google Shape;80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5513756" y="502737"/>
            <a:ext cx="1225550" cy="12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81;p13"/>
          <p:cNvSpPr txBox="1"/>
          <p:nvPr/>
        </p:nvSpPr>
        <p:spPr>
          <a:xfrm>
            <a:off x="5394884" y="1689643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Spectrum (R)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7" name="Google Shape;82;p13"/>
          <p:cNvSpPr/>
          <p:nvPr/>
        </p:nvSpPr>
        <p:spPr>
          <a:xfrm>
            <a:off x="1823858" y="274326"/>
            <a:ext cx="1463040" cy="24403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6" tIns="45700" rIns="91426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endParaRPr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8" name="Google Shape;83;p13"/>
          <p:cNvSpPr txBox="1"/>
          <p:nvPr/>
        </p:nvSpPr>
        <p:spPr>
          <a:xfrm>
            <a:off x="1823848" y="247881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K-space (C)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69" name="Google Shape;84;p13" descr="fig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942730" y="503689"/>
            <a:ext cx="1225296" cy="122364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5;p13"/>
          <p:cNvSpPr txBox="1"/>
          <p:nvPr/>
        </p:nvSpPr>
        <p:spPr>
          <a:xfrm>
            <a:off x="1823848" y="1689643"/>
            <a:ext cx="14630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0" rIns="91426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FID (C)</a:t>
            </a:r>
            <a:endParaRPr sz="14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72" name="Google Shape;87;p13"/>
          <p:cNvPicPr preferRelativeResize="0"/>
          <p:nvPr/>
        </p:nvPicPr>
        <p:blipFill rotWithShape="1">
          <a:blip r:embed="rId5"/>
          <a:srcRect l="9089" t="37061" r="62046" b="41445"/>
          <a:stretch>
            <a:fillRect/>
          </a:stretch>
        </p:blipFill>
        <p:spPr>
          <a:xfrm>
            <a:off x="1899790" y="1935819"/>
            <a:ext cx="1311176" cy="59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88;p13"/>
          <p:cNvSpPr/>
          <p:nvPr/>
        </p:nvSpPr>
        <p:spPr>
          <a:xfrm>
            <a:off x="1899790" y="2527669"/>
            <a:ext cx="1310099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algn="ctr" defTabSz="914400"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Time (</a:t>
            </a:r>
            <a:r>
              <a:rPr lang="en-GB" sz="1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ms</a:t>
            </a:r>
            <a:r>
              <a:rPr lang="en-GB" sz="1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)</a:t>
            </a:r>
          </a:p>
        </p:txBody>
      </p:sp>
      <p:pic>
        <p:nvPicPr>
          <p:cNvPr id="74" name="Google Shape;90;p13"/>
          <p:cNvPicPr preferRelativeResize="0"/>
          <p:nvPr/>
        </p:nvPicPr>
        <p:blipFill rotWithShape="1">
          <a:blip r:embed="rId6"/>
          <a:srcRect l="39764" t="68333" r="31914" b="9902"/>
          <a:stretch>
            <a:fillRect/>
          </a:stretch>
        </p:blipFill>
        <p:spPr>
          <a:xfrm flipH="1">
            <a:off x="5468036" y="1936270"/>
            <a:ext cx="1311150" cy="5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91;p13"/>
          <p:cNvSpPr/>
          <p:nvPr/>
        </p:nvSpPr>
        <p:spPr>
          <a:xfrm>
            <a:off x="5468036" y="2527218"/>
            <a:ext cx="1311114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</a:pPr>
            <a:r>
              <a:rPr lang="en-GB" sz="1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Frequency (ppm)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g1NWM2ZmVjNjJjYzkyMzM3MzI3ZjFjYjFlZjcwZjMifQ==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51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Yanting Yang</dc:creator>
  <cp:lastModifiedBy>yyt01@student.ubc.ca</cp:lastModifiedBy>
  <cp:revision>14</cp:revision>
  <dcterms:created xsi:type="dcterms:W3CDTF">2023-12-16T20:41:00Z</dcterms:created>
  <dcterms:modified xsi:type="dcterms:W3CDTF">2025-02-28T23:35:28Z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06B458AA62424B658D48BE0F54A69BB9_12</vt:lpwstr>
  </property>
  <property fmtid="{D5CDD505-2E9C-101B-9397-08002B2CF9AE}" pid="3" name="KSOProductBuildVer">
    <vt:lpwstr>2052-12.1.0.15990</vt:lpwstr>
  </property>
</Properties>
</file>