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3200400"/>
  <p:notesSz cx="6858000" cy="9144000"/>
  <p:custDataLst>
    <p:tags r:id="rId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22" userDrawn="1">
          <p15:clr>
            <a:srgbClr val="747775"/>
          </p15:clr>
        </p15:guide>
        <p15:guide id="2" pos="2161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 autoAdjust="0"/>
    <p:restoredTop sz="86027" autoAdjust="0"/>
  </p:normalViewPr>
  <p:slideViewPr>
    <p:cSldViewPr snapToGrid="0" showGuides="1">
      <p:cViewPr>
        <p:scale>
          <a:sx n="120" d="100"/>
          <a:sy n="120" d="100"/>
        </p:scale>
        <p:origin x="2816" y="1312"/>
      </p:cViewPr>
      <p:guideLst>
        <p:guide orient="horz" pos="1022"/>
        <p:guide pos="216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244475" y="685800"/>
            <a:ext cx="73469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75ba4159d1_1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244475" y="685800"/>
            <a:ext cx="73469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75ba4159d1_1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altLang="en-GB" sz="1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57250" y="523770"/>
            <a:ext cx="5143500" cy="1114213"/>
          </a:xfrm>
        </p:spPr>
        <p:txBody>
          <a:bodyPr anchor="b"/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1680951"/>
            <a:ext cx="5143500" cy="772689"/>
          </a:xfrm>
        </p:spPr>
        <p:txBody>
          <a:bodyPr/>
          <a:lstStyle>
            <a:lvl1pPr marL="0" indent="0" algn="ctr">
              <a:buNone/>
              <a:defRPr sz="1120"/>
            </a:lvl1pPr>
            <a:lvl2pPr marL="213360" indent="0" algn="ctr">
              <a:buNone/>
              <a:defRPr sz="935"/>
            </a:lvl2pPr>
            <a:lvl3pPr marL="426720" indent="0" algn="ctr">
              <a:buNone/>
              <a:defRPr sz="840"/>
            </a:lvl3pPr>
            <a:lvl4pPr marL="640080" indent="0" algn="ctr">
              <a:buNone/>
              <a:defRPr sz="745"/>
            </a:lvl4pPr>
            <a:lvl5pPr marL="853440" indent="0" algn="ctr">
              <a:buNone/>
              <a:defRPr sz="745"/>
            </a:lvl5pPr>
            <a:lvl6pPr marL="1066800" indent="0" algn="ctr">
              <a:buNone/>
              <a:defRPr sz="745"/>
            </a:lvl6pPr>
            <a:lvl7pPr marL="1280160" indent="0" algn="ctr">
              <a:buNone/>
              <a:defRPr sz="745"/>
            </a:lvl7pPr>
            <a:lvl8pPr marL="1493520" indent="0" algn="ctr">
              <a:buNone/>
              <a:defRPr sz="745"/>
            </a:lvl8pPr>
            <a:lvl9pPr marL="1706880" indent="0" algn="ctr">
              <a:buNone/>
              <a:defRPr sz="745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797878"/>
            <a:ext cx="5915025" cy="1331277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2141750"/>
            <a:ext cx="5915025" cy="700087"/>
          </a:xfrm>
        </p:spPr>
        <p:txBody>
          <a:bodyPr/>
          <a:lstStyle>
            <a:lvl1pPr marL="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1pPr>
            <a:lvl2pPr marL="213360" indent="0">
              <a:buNone/>
              <a:defRPr sz="935">
                <a:solidFill>
                  <a:schemeClr val="tx1">
                    <a:tint val="75000"/>
                  </a:schemeClr>
                </a:solidFill>
              </a:defRPr>
            </a:lvl2pPr>
            <a:lvl3pPr marL="426720" indent="0">
              <a:buNone/>
              <a:defRPr sz="840">
                <a:solidFill>
                  <a:schemeClr val="tx1">
                    <a:tint val="75000"/>
                  </a:schemeClr>
                </a:solidFill>
              </a:defRPr>
            </a:lvl3pPr>
            <a:lvl4pPr marL="64008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4pPr>
            <a:lvl5pPr marL="85344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5pPr>
            <a:lvl6pPr marL="106680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6pPr>
            <a:lvl7pPr marL="128016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7pPr>
            <a:lvl8pPr marL="149352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8pPr>
            <a:lvl9pPr marL="1706880" indent="0">
              <a:buNone/>
              <a:defRPr sz="7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851959"/>
            <a:ext cx="291465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851959"/>
            <a:ext cx="2914650" cy="20306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170392"/>
            <a:ext cx="5915025" cy="61859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784543"/>
            <a:ext cx="2901255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6720" indent="0">
              <a:buNone/>
              <a:defRPr sz="840" b="1"/>
            </a:lvl3pPr>
            <a:lvl4pPr marL="640080" indent="0">
              <a:buNone/>
              <a:defRPr sz="745" b="1"/>
            </a:lvl4pPr>
            <a:lvl5pPr marL="853440" indent="0">
              <a:buNone/>
              <a:defRPr sz="745" b="1"/>
            </a:lvl5pPr>
            <a:lvl6pPr marL="1066800" indent="0">
              <a:buNone/>
              <a:defRPr sz="745" b="1"/>
            </a:lvl6pPr>
            <a:lvl7pPr marL="1280160" indent="0">
              <a:buNone/>
              <a:defRPr sz="745" b="1"/>
            </a:lvl7pPr>
            <a:lvl8pPr marL="1493520" indent="0">
              <a:buNone/>
              <a:defRPr sz="745" b="1"/>
            </a:lvl8pPr>
            <a:lvl9pPr marL="1706880" indent="0">
              <a:buNone/>
              <a:defRPr sz="74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169035"/>
            <a:ext cx="2901255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784543"/>
            <a:ext cx="2915543" cy="384492"/>
          </a:xfrm>
        </p:spPr>
        <p:txBody>
          <a:bodyPr anchor="b"/>
          <a:lstStyle>
            <a:lvl1pPr marL="0" indent="0">
              <a:buNone/>
              <a:defRPr sz="1120" b="1"/>
            </a:lvl1pPr>
            <a:lvl2pPr marL="213360" indent="0">
              <a:buNone/>
              <a:defRPr sz="935" b="1"/>
            </a:lvl2pPr>
            <a:lvl3pPr marL="426720" indent="0">
              <a:buNone/>
              <a:defRPr sz="840" b="1"/>
            </a:lvl3pPr>
            <a:lvl4pPr marL="640080" indent="0">
              <a:buNone/>
              <a:defRPr sz="745" b="1"/>
            </a:lvl4pPr>
            <a:lvl5pPr marL="853440" indent="0">
              <a:buNone/>
              <a:defRPr sz="745" b="1"/>
            </a:lvl5pPr>
            <a:lvl6pPr marL="1066800" indent="0">
              <a:buNone/>
              <a:defRPr sz="745" b="1"/>
            </a:lvl6pPr>
            <a:lvl7pPr marL="1280160" indent="0">
              <a:buNone/>
              <a:defRPr sz="745" b="1"/>
            </a:lvl7pPr>
            <a:lvl8pPr marL="1493520" indent="0">
              <a:buNone/>
              <a:defRPr sz="745" b="1"/>
            </a:lvl8pPr>
            <a:lvl9pPr marL="1706880" indent="0">
              <a:buNone/>
              <a:defRPr sz="745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169035"/>
            <a:ext cx="2915543" cy="171947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13360"/>
            <a:ext cx="2211883" cy="746760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460799"/>
            <a:ext cx="3471863" cy="2274358"/>
          </a:xfrm>
        </p:spPr>
        <p:txBody>
          <a:bodyPr/>
          <a:lstStyle>
            <a:lvl1pPr>
              <a:defRPr sz="1495"/>
            </a:lvl1pPr>
            <a:lvl2pPr>
              <a:defRPr sz="1305"/>
            </a:lvl2pPr>
            <a:lvl3pPr>
              <a:defRPr sz="1120"/>
            </a:lvl3pPr>
            <a:lvl4pPr>
              <a:defRPr sz="935"/>
            </a:lvl4pPr>
            <a:lvl5pPr>
              <a:defRPr sz="935"/>
            </a:lvl5pPr>
            <a:lvl6pPr>
              <a:defRPr sz="935"/>
            </a:lvl6pPr>
            <a:lvl7pPr>
              <a:defRPr sz="935"/>
            </a:lvl7pPr>
            <a:lvl8pPr>
              <a:defRPr sz="935"/>
            </a:lvl8pPr>
            <a:lvl9pPr>
              <a:defRPr sz="93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960120"/>
            <a:ext cx="2211883" cy="1778741"/>
          </a:xfrm>
        </p:spPr>
        <p:txBody>
          <a:bodyPr/>
          <a:lstStyle>
            <a:lvl1pPr marL="0" indent="0">
              <a:buNone/>
              <a:defRPr sz="745"/>
            </a:lvl1pPr>
            <a:lvl2pPr marL="213360" indent="0">
              <a:buNone/>
              <a:defRPr sz="655"/>
            </a:lvl2pPr>
            <a:lvl3pPr marL="426720" indent="0">
              <a:buNone/>
              <a:defRPr sz="560"/>
            </a:lvl3pPr>
            <a:lvl4pPr marL="640080" indent="0">
              <a:buNone/>
              <a:defRPr sz="465"/>
            </a:lvl4pPr>
            <a:lvl5pPr marL="853440" indent="0">
              <a:buNone/>
              <a:defRPr sz="465"/>
            </a:lvl5pPr>
            <a:lvl6pPr marL="1066800" indent="0">
              <a:buNone/>
              <a:defRPr sz="465"/>
            </a:lvl6pPr>
            <a:lvl7pPr marL="1280160" indent="0">
              <a:buNone/>
              <a:defRPr sz="465"/>
            </a:lvl7pPr>
            <a:lvl8pPr marL="1493520" indent="0">
              <a:buNone/>
              <a:defRPr sz="465"/>
            </a:lvl8pPr>
            <a:lvl9pPr marL="1706880" indent="0">
              <a:buNone/>
              <a:defRPr sz="46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13360"/>
            <a:ext cx="2211883" cy="746760"/>
          </a:xfrm>
        </p:spPr>
        <p:txBody>
          <a:bodyPr anchor="b"/>
          <a:lstStyle>
            <a:lvl1pPr>
              <a:defRPr sz="14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460799"/>
            <a:ext cx="3471863" cy="2274358"/>
          </a:xfrm>
        </p:spPr>
        <p:txBody>
          <a:bodyPr anchor="t"/>
          <a:lstStyle>
            <a:lvl1pPr marL="0" indent="0">
              <a:buNone/>
              <a:defRPr sz="1495"/>
            </a:lvl1pPr>
            <a:lvl2pPr marL="213360" indent="0">
              <a:buNone/>
              <a:defRPr sz="1305"/>
            </a:lvl2pPr>
            <a:lvl3pPr marL="426720" indent="0">
              <a:buNone/>
              <a:defRPr sz="1120"/>
            </a:lvl3pPr>
            <a:lvl4pPr marL="640080" indent="0">
              <a:buNone/>
              <a:defRPr sz="935"/>
            </a:lvl4pPr>
            <a:lvl5pPr marL="853440" indent="0">
              <a:buNone/>
              <a:defRPr sz="935"/>
            </a:lvl5pPr>
            <a:lvl6pPr marL="1066800" indent="0">
              <a:buNone/>
              <a:defRPr sz="935"/>
            </a:lvl6pPr>
            <a:lvl7pPr marL="1280160" indent="0">
              <a:buNone/>
              <a:defRPr sz="935"/>
            </a:lvl7pPr>
            <a:lvl8pPr marL="1493520" indent="0">
              <a:buNone/>
              <a:defRPr sz="935"/>
            </a:lvl8pPr>
            <a:lvl9pPr marL="1706880" indent="0">
              <a:buNone/>
              <a:defRPr sz="93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960120"/>
            <a:ext cx="2211883" cy="1778741"/>
          </a:xfrm>
        </p:spPr>
        <p:txBody>
          <a:bodyPr/>
          <a:lstStyle>
            <a:lvl1pPr marL="0" indent="0">
              <a:buNone/>
              <a:defRPr sz="745"/>
            </a:lvl1pPr>
            <a:lvl2pPr marL="213360" indent="0">
              <a:buNone/>
              <a:defRPr sz="655"/>
            </a:lvl2pPr>
            <a:lvl3pPr marL="426720" indent="0">
              <a:buNone/>
              <a:defRPr sz="560"/>
            </a:lvl3pPr>
            <a:lvl4pPr marL="640080" indent="0">
              <a:buNone/>
              <a:defRPr sz="465"/>
            </a:lvl4pPr>
            <a:lvl5pPr marL="853440" indent="0">
              <a:buNone/>
              <a:defRPr sz="465"/>
            </a:lvl5pPr>
            <a:lvl6pPr marL="1066800" indent="0">
              <a:buNone/>
              <a:defRPr sz="465"/>
            </a:lvl6pPr>
            <a:lvl7pPr marL="1280160" indent="0">
              <a:buNone/>
              <a:defRPr sz="465"/>
            </a:lvl7pPr>
            <a:lvl8pPr marL="1493520" indent="0">
              <a:buNone/>
              <a:defRPr sz="465"/>
            </a:lvl8pPr>
            <a:lvl9pPr marL="1706880" indent="0">
              <a:buNone/>
              <a:defRPr sz="46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6" y="170392"/>
            <a:ext cx="1478756" cy="271219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7" y="170392"/>
            <a:ext cx="4350544" cy="271219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170392"/>
            <a:ext cx="5915025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851959"/>
            <a:ext cx="5915025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2966297"/>
            <a:ext cx="154305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2/28/25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2966297"/>
            <a:ext cx="2314575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2966297"/>
            <a:ext cx="1543050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426720" rtl="0" eaLnBrk="1" latinLnBrk="0" hangingPunct="1">
        <a:lnSpc>
          <a:spcPct val="90000"/>
        </a:lnSpc>
        <a:spcBef>
          <a:spcPct val="0"/>
        </a:spcBef>
        <a:buNone/>
        <a:defRPr sz="20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6680" indent="-106680" algn="l" defTabSz="426720" rtl="0" eaLnBrk="1" latinLnBrk="0" hangingPunct="1">
        <a:lnSpc>
          <a:spcPct val="90000"/>
        </a:lnSpc>
        <a:spcBef>
          <a:spcPts val="465"/>
        </a:spcBef>
        <a:buFont typeface="Arial" panose="020B0604020202020204" pitchFamily="34" charset="0"/>
        <a:buChar char="•"/>
        <a:defRPr sz="1305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935" kern="1200">
          <a:solidFill>
            <a:schemeClr val="tx1"/>
          </a:solidFill>
          <a:latin typeface="+mn-lt"/>
          <a:ea typeface="+mn-ea"/>
          <a:cs typeface="+mn-cs"/>
        </a:defRPr>
      </a:lvl3pPr>
      <a:lvl4pPr marL="74676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96012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17348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38684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60020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813560" indent="-106680" algn="l" defTabSz="426720" rtl="0" eaLnBrk="1" latinLnBrk="0" hangingPunct="1">
        <a:lnSpc>
          <a:spcPct val="90000"/>
        </a:lnSpc>
        <a:spcBef>
          <a:spcPts val="235"/>
        </a:spcBef>
        <a:buFont typeface="Arial" panose="020B0604020202020204" pitchFamily="34" charset="0"/>
        <a:buChar char="•"/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1pPr>
      <a:lvl2pPr marL="21336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2pPr>
      <a:lvl3pPr marL="42672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4pPr>
      <a:lvl5pPr marL="85344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6pPr>
      <a:lvl7pPr marL="128016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7pPr>
      <a:lvl8pPr marL="149352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8pPr>
      <a:lvl9pPr marL="1706880" algn="l" defTabSz="426720" rtl="0" eaLnBrk="1" latinLnBrk="0" hangingPunct="1">
        <a:defRPr sz="8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54;p13"/>
          <p:cNvSpPr/>
          <p:nvPr/>
        </p:nvSpPr>
        <p:spPr>
          <a:xfrm>
            <a:off x="3333493" y="454804"/>
            <a:ext cx="2011680" cy="1667546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4" name="Google Shape;55;p13"/>
          <p:cNvCxnSpPr>
            <a:endCxn id="37" idx="1"/>
          </p:cNvCxnSpPr>
          <p:nvPr/>
        </p:nvCxnSpPr>
        <p:spPr>
          <a:xfrm>
            <a:off x="3208406" y="1730750"/>
            <a:ext cx="285100" cy="2537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35" name="Google Shape;57;p13"/>
          <p:cNvCxnSpPr>
            <a:endCxn id="38" idx="1"/>
          </p:cNvCxnSpPr>
          <p:nvPr/>
        </p:nvCxnSpPr>
        <p:spPr>
          <a:xfrm>
            <a:off x="3234472" y="748410"/>
            <a:ext cx="876261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6" name="Google Shape;59;p13"/>
          <p:cNvSpPr/>
          <p:nvPr/>
        </p:nvSpPr>
        <p:spPr>
          <a:xfrm>
            <a:off x="4110733" y="1504687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F7CAAC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37" name="Google Shape;56;p13"/>
          <p:cNvSpPr/>
          <p:nvPr/>
        </p:nvSpPr>
        <p:spPr>
          <a:xfrm>
            <a:off x="3493506" y="1504687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BBD6EE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38" name="Google Shape;58;p13"/>
          <p:cNvSpPr/>
          <p:nvPr/>
        </p:nvSpPr>
        <p:spPr>
          <a:xfrm>
            <a:off x="4110733" y="51981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F7CAAC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39" name="Google Shape;60;p13"/>
          <p:cNvSpPr/>
          <p:nvPr/>
        </p:nvSpPr>
        <p:spPr>
          <a:xfrm>
            <a:off x="4727953" y="849450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BBD6EE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40" name="Google Shape;61;p13"/>
          <p:cNvSpPr/>
          <p:nvPr/>
        </p:nvSpPr>
        <p:spPr>
          <a:xfrm>
            <a:off x="4727953" y="1504687"/>
            <a:ext cx="457200" cy="457200"/>
          </a:xfrm>
          <a:prstGeom prst="roundRect">
            <a:avLst>
              <a:gd name="adj" fmla="val 16667"/>
            </a:avLst>
          </a:prstGeom>
          <a:solidFill>
            <a:srgbClr val="BBD6EE"/>
          </a:solidFill>
          <a:ln>
            <a:noFill/>
          </a:ln>
        </p:spPr>
        <p:txBody>
          <a:bodyPr spcFirstLastPara="1" wrap="square" lIns="91426" tIns="45700" rIns="91426" bIns="45700" anchor="t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41" name="Google Shape;62;p13"/>
          <p:cNvCxnSpPr>
            <a:stCxn id="37" idx="3"/>
            <a:endCxn id="36" idx="1"/>
          </p:cNvCxnSpPr>
          <p:nvPr/>
        </p:nvCxnSpPr>
        <p:spPr>
          <a:xfrm>
            <a:off x="3950706" y="1733287"/>
            <a:ext cx="160027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42" name="Google Shape;63;p13"/>
          <p:cNvCxnSpPr>
            <a:stCxn id="36" idx="3"/>
            <a:endCxn id="40" idx="1"/>
          </p:cNvCxnSpPr>
          <p:nvPr/>
        </p:nvCxnSpPr>
        <p:spPr>
          <a:xfrm>
            <a:off x="4567933" y="1733287"/>
            <a:ext cx="160020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43" name="Google Shape;64;p13"/>
          <p:cNvCxnSpPr>
            <a:stCxn id="38" idx="2"/>
            <a:endCxn id="39" idx="1"/>
          </p:cNvCxnSpPr>
          <p:nvPr/>
        </p:nvCxnSpPr>
        <p:spPr>
          <a:xfrm rot="16200000" flipH="1">
            <a:off x="4483123" y="833220"/>
            <a:ext cx="101040" cy="388620"/>
          </a:xfrm>
          <a:prstGeom prst="bentConnector2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4" name="Google Shape;65;p13"/>
          <p:cNvSpPr/>
          <p:nvPr/>
        </p:nvSpPr>
        <p:spPr>
          <a:xfrm>
            <a:off x="3337560" y="2250745"/>
            <a:ext cx="822960" cy="457200"/>
          </a:xfrm>
          <a:prstGeom prst="roundRect">
            <a:avLst>
              <a:gd name="adj" fmla="val 16667"/>
            </a:avLst>
          </a:prstGeom>
          <a:solidFill>
            <a:srgbClr val="F7CAAC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AFT (C)</a:t>
            </a:r>
          </a:p>
        </p:txBody>
      </p:sp>
      <p:sp>
        <p:nvSpPr>
          <p:cNvPr id="45" name="Google Shape;66;p13"/>
          <p:cNvSpPr/>
          <p:nvPr/>
        </p:nvSpPr>
        <p:spPr>
          <a:xfrm>
            <a:off x="4201228" y="2250745"/>
            <a:ext cx="1143000" cy="457200"/>
          </a:xfrm>
          <a:prstGeom prst="roundRect">
            <a:avLst>
              <a:gd name="adj" fmla="val 16667"/>
            </a:avLst>
          </a:prstGeom>
          <a:solidFill>
            <a:srgbClr val="BBD6EE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b="1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RAUNet</a:t>
            </a:r>
            <a:r>
              <a:rPr lang="en-GB" sz="14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 (C)</a:t>
            </a:r>
          </a:p>
        </p:txBody>
      </p:sp>
      <p:sp>
        <p:nvSpPr>
          <p:cNvPr id="46" name="Google Shape;67;p13"/>
          <p:cNvSpPr txBox="1"/>
          <p:nvPr/>
        </p:nvSpPr>
        <p:spPr>
          <a:xfrm>
            <a:off x="1823848" y="0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Raw Input</a:t>
            </a:r>
            <a:r>
              <a:rPr lang="en-US" alt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s</a:t>
            </a:r>
          </a:p>
        </p:txBody>
      </p:sp>
      <p:sp>
        <p:nvSpPr>
          <p:cNvPr id="47" name="Google Shape;68;p13"/>
          <p:cNvSpPr txBox="1"/>
          <p:nvPr/>
        </p:nvSpPr>
        <p:spPr>
          <a:xfrm>
            <a:off x="3332548" y="0"/>
            <a:ext cx="2011680" cy="4548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600" b="1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AFTNet</a:t>
            </a:r>
            <a:r>
              <a:rPr 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 Reconstruction</a:t>
            </a:r>
            <a:endParaRPr sz="1600" b="1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4" name="Google Shape;69;p13"/>
          <p:cNvSpPr txBox="1"/>
          <p:nvPr/>
        </p:nvSpPr>
        <p:spPr>
          <a:xfrm>
            <a:off x="5394884" y="1711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Output</a:t>
            </a:r>
            <a:r>
              <a:rPr lang="en-US" alt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s</a:t>
            </a:r>
          </a:p>
        </p:txBody>
      </p:sp>
      <p:cxnSp>
        <p:nvCxnSpPr>
          <p:cNvPr id="55" name="Google Shape;70;p13"/>
          <p:cNvCxnSpPr>
            <a:stCxn id="38" idx="3"/>
          </p:cNvCxnSpPr>
          <p:nvPr/>
        </p:nvCxnSpPr>
        <p:spPr>
          <a:xfrm>
            <a:off x="4567933" y="748410"/>
            <a:ext cx="826951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6" name="Google Shape;71;p13"/>
          <p:cNvCxnSpPr>
            <a:stCxn id="39" idx="3"/>
          </p:cNvCxnSpPr>
          <p:nvPr/>
        </p:nvCxnSpPr>
        <p:spPr>
          <a:xfrm>
            <a:off x="5185153" y="1078050"/>
            <a:ext cx="209731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7" name="Google Shape;72;p13"/>
          <p:cNvCxnSpPr>
            <a:stCxn id="40" idx="3"/>
          </p:cNvCxnSpPr>
          <p:nvPr/>
        </p:nvCxnSpPr>
        <p:spPr>
          <a:xfrm>
            <a:off x="5185153" y="1733287"/>
            <a:ext cx="206615" cy="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cxnSp>
        <p:nvCxnSpPr>
          <p:cNvPr id="58" name="Google Shape;73;p13"/>
          <p:cNvCxnSpPr>
            <a:cxnSpLocks/>
            <a:stCxn id="36" idx="0"/>
          </p:cNvCxnSpPr>
          <p:nvPr/>
        </p:nvCxnSpPr>
        <p:spPr>
          <a:xfrm rot="5400000" flipH="1" flipV="1">
            <a:off x="4804461" y="917381"/>
            <a:ext cx="122178" cy="1052435"/>
          </a:xfrm>
          <a:prstGeom prst="bentConnector2">
            <a:avLst/>
          </a:prstGeom>
          <a:noFill/>
          <a:ln w="28575" cap="flat" cmpd="sng">
            <a:solidFill>
              <a:srgbClr val="000000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0" name="Google Shape;75;p13"/>
          <p:cNvSpPr/>
          <p:nvPr/>
        </p:nvSpPr>
        <p:spPr>
          <a:xfrm>
            <a:off x="0" y="1504687"/>
            <a:ext cx="1783080" cy="1210922"/>
          </a:xfrm>
          <a:prstGeom prst="roundRect">
            <a:avLst>
              <a:gd name="adj" fmla="val 16667"/>
            </a:avLst>
          </a:prstGeom>
          <a:solidFill>
            <a:srgbClr val="E1EFD8"/>
          </a:solidFill>
          <a:ln>
            <a:noFill/>
          </a:ln>
        </p:spPr>
        <p:txBody>
          <a:bodyPr spcFirstLastPara="1" wrap="square" lIns="91426" tIns="45700" rIns="0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SzPts val="1800"/>
            </a:pPr>
            <a:r>
              <a:rPr lang="en-GB" sz="14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Cross-modalities</a:t>
            </a:r>
            <a:endParaRPr sz="1400" b="1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  <a:p>
            <a:pPr marL="25400" algn="ctr" defTabSz="914400">
              <a:buClr>
                <a:srgbClr val="000000"/>
              </a:buClr>
              <a:buSzPts val="1400"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T1w MRI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  <a:p>
            <a:pPr marL="25400" algn="ctr" defTabSz="914400">
              <a:buClr>
                <a:srgbClr val="000000"/>
              </a:buClr>
              <a:buSzPts val="1400"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T2w</a:t>
            </a:r>
            <a:r>
              <a:rPr lang="en-US" alt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 MRI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  <a:p>
            <a:pPr marL="25400" algn="ctr" defTabSz="914400">
              <a:buClr>
                <a:srgbClr val="000000"/>
              </a:buClr>
              <a:buSzPts val="1400"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PRESS MRS</a:t>
            </a:r>
          </a:p>
        </p:txBody>
      </p:sp>
      <p:sp>
        <p:nvSpPr>
          <p:cNvPr id="61" name="Google Shape;76;p13"/>
          <p:cNvSpPr/>
          <p:nvPr/>
        </p:nvSpPr>
        <p:spPr>
          <a:xfrm>
            <a:off x="0" y="274201"/>
            <a:ext cx="1783080" cy="1032449"/>
          </a:xfrm>
          <a:prstGeom prst="roundRect">
            <a:avLst>
              <a:gd name="adj" fmla="val 16667"/>
            </a:avLst>
          </a:prstGeom>
          <a:solidFill>
            <a:srgbClr val="E1EFD8"/>
          </a:solidFill>
          <a:ln>
            <a:noFill/>
          </a:ln>
        </p:spPr>
        <p:txBody>
          <a:bodyPr spcFirstLastPara="1" wrap="square" lIns="91426" tIns="45700" rIns="91426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SzPts val="1800"/>
            </a:pPr>
            <a:r>
              <a:rPr lang="en-GB" sz="14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Cross-fields</a:t>
            </a:r>
            <a:endParaRPr sz="1400" b="1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  <a:p>
            <a:pPr marL="25400" algn="ctr" defTabSz="914400">
              <a:buClr>
                <a:srgbClr val="000000"/>
              </a:buClr>
              <a:buSzPts val="1400"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1.5T</a:t>
            </a:r>
          </a:p>
          <a:p>
            <a:pPr marL="25400" algn="ctr" defTabSz="914400">
              <a:buClr>
                <a:srgbClr val="000000"/>
              </a:buClr>
              <a:buSzPts val="1400"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3T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62" name="Google Shape;77;p13"/>
          <p:cNvSpPr txBox="1"/>
          <p:nvPr/>
        </p:nvSpPr>
        <p:spPr>
          <a:xfrm>
            <a:off x="0" y="0"/>
            <a:ext cx="1783067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Application</a:t>
            </a:r>
            <a:r>
              <a:rPr lang="en-US" altLang="en-GB" sz="1600" b="1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s</a:t>
            </a:r>
          </a:p>
        </p:txBody>
      </p:sp>
      <p:sp>
        <p:nvSpPr>
          <p:cNvPr id="63" name="Google Shape;78;p13"/>
          <p:cNvSpPr/>
          <p:nvPr/>
        </p:nvSpPr>
        <p:spPr>
          <a:xfrm>
            <a:off x="5394884" y="277807"/>
            <a:ext cx="1463040" cy="2436907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6" tIns="45700" rIns="91440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64" name="Google Shape;79;p13"/>
          <p:cNvSpPr txBox="1"/>
          <p:nvPr/>
        </p:nvSpPr>
        <p:spPr>
          <a:xfrm>
            <a:off x="5394884" y="247881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Image (R)</a:t>
            </a:r>
          </a:p>
        </p:txBody>
      </p:sp>
      <p:pic>
        <p:nvPicPr>
          <p:cNvPr id="65" name="Google Shape;80;p13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 rot="10800000" flipH="1">
            <a:off x="5513756" y="502737"/>
            <a:ext cx="1225550" cy="12255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81;p13"/>
          <p:cNvSpPr txBox="1"/>
          <p:nvPr/>
        </p:nvSpPr>
        <p:spPr>
          <a:xfrm>
            <a:off x="5394884" y="1689643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Spectrum (R)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67" name="Google Shape;82;p13"/>
          <p:cNvSpPr/>
          <p:nvPr/>
        </p:nvSpPr>
        <p:spPr>
          <a:xfrm>
            <a:off x="1823858" y="274326"/>
            <a:ext cx="1463040" cy="2440392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6" tIns="45700" rIns="91426" bIns="4570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endParaRPr kern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68" name="Google Shape;83;p13"/>
          <p:cNvSpPr txBox="1"/>
          <p:nvPr/>
        </p:nvSpPr>
        <p:spPr>
          <a:xfrm>
            <a:off x="1823848" y="247881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K-space (C)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69" name="Google Shape;84;p13" descr="fig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1942730" y="503689"/>
            <a:ext cx="1225296" cy="122364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85;p13"/>
          <p:cNvSpPr txBox="1"/>
          <p:nvPr/>
        </p:nvSpPr>
        <p:spPr>
          <a:xfrm>
            <a:off x="1823848" y="1689643"/>
            <a:ext cx="146304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6" tIns="0" rIns="91426" bIns="0" anchor="ctr" anchorCtr="0">
            <a:noAutofit/>
          </a:bodyPr>
          <a:lstStyle/>
          <a:p>
            <a:pPr algn="ctr" defTabSz="914400">
              <a:buClr>
                <a:srgbClr val="000000"/>
              </a:buClr>
              <a:buFont typeface="Arial" panose="020B0604020202020204"/>
              <a:buNone/>
            </a:pPr>
            <a:r>
              <a:rPr lang="en-GB" sz="14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Arial" panose="020B0604020202020204"/>
              </a:rPr>
              <a:t>FID (C)</a:t>
            </a:r>
            <a:endParaRPr sz="14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Arial" panose="020B0604020202020204"/>
            </a:endParaRPr>
          </a:p>
        </p:txBody>
      </p:sp>
      <p:grpSp>
        <p:nvGrpSpPr>
          <p:cNvPr id="71" name="Google Shape;86;p13"/>
          <p:cNvGrpSpPr/>
          <p:nvPr/>
        </p:nvGrpSpPr>
        <p:grpSpPr>
          <a:xfrm>
            <a:off x="1899790" y="1935819"/>
            <a:ext cx="1311176" cy="779350"/>
            <a:chOff x="2227874" y="3545135"/>
            <a:chExt cx="1324688" cy="779350"/>
          </a:xfrm>
        </p:grpSpPr>
        <p:pic>
          <p:nvPicPr>
            <p:cNvPr id="72" name="Google Shape;87;p13"/>
            <p:cNvPicPr preferRelativeResize="0"/>
            <p:nvPr/>
          </p:nvPicPr>
          <p:blipFill rotWithShape="1">
            <a:blip r:embed="rId5"/>
            <a:srcRect l="9089" t="37061" r="62046" b="41445"/>
            <a:stretch>
              <a:fillRect/>
            </a:stretch>
          </p:blipFill>
          <p:spPr>
            <a:xfrm>
              <a:off x="2227874" y="3545135"/>
              <a:ext cx="1324688" cy="5918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3" name="Google Shape;88;p13"/>
            <p:cNvSpPr/>
            <p:nvPr/>
          </p:nvSpPr>
          <p:spPr>
            <a:xfrm>
              <a:off x="2227874" y="4136985"/>
              <a:ext cx="1323600" cy="18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000" kern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/>
                </a:rPr>
                <a:t>Time (</a:t>
              </a:r>
              <a:r>
                <a:rPr lang="en-GB" sz="1000" kern="0" dirty="0" err="1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/>
                </a:rPr>
                <a:t>ms</a:t>
              </a:r>
              <a:r>
                <a:rPr lang="en-GB" sz="1000" kern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/>
                </a:rPr>
                <a:t>)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29F2861B-7C90-0369-2EA4-ECAFA5684140}"/>
              </a:ext>
            </a:extLst>
          </p:cNvPr>
          <p:cNvGrpSpPr/>
          <p:nvPr/>
        </p:nvGrpSpPr>
        <p:grpSpPr>
          <a:xfrm>
            <a:off x="5468036" y="1936270"/>
            <a:ext cx="1311150" cy="778448"/>
            <a:chOff x="5468036" y="2206839"/>
            <a:chExt cx="1311150" cy="778448"/>
          </a:xfrm>
        </p:grpSpPr>
        <p:pic>
          <p:nvPicPr>
            <p:cNvPr id="74" name="Google Shape;90;p13"/>
            <p:cNvPicPr preferRelativeResize="0"/>
            <p:nvPr/>
          </p:nvPicPr>
          <p:blipFill rotWithShape="1">
            <a:blip r:embed="rId6"/>
            <a:srcRect l="39764" t="68333" r="31914" b="9902"/>
            <a:stretch>
              <a:fillRect/>
            </a:stretch>
          </p:blipFill>
          <p:spPr>
            <a:xfrm flipH="1">
              <a:off x="5468036" y="2206839"/>
              <a:ext cx="1311150" cy="5970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5" name="Google Shape;91;p13"/>
            <p:cNvSpPr/>
            <p:nvPr/>
          </p:nvSpPr>
          <p:spPr>
            <a:xfrm>
              <a:off x="5468036" y="2797787"/>
              <a:ext cx="1311114" cy="18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6" tIns="91426" rIns="91426" bIns="91426" anchor="ctr" anchorCtr="0">
              <a:noAutofit/>
            </a:bodyPr>
            <a:lstStyle/>
            <a:p>
              <a:pPr algn="ctr" defTabSz="914400">
                <a:buClr>
                  <a:srgbClr val="000000"/>
                </a:buClr>
                <a:buFont typeface="Arial" panose="020B0604020202020204"/>
                <a:buNone/>
              </a:pPr>
              <a:r>
                <a:rPr lang="en-GB" sz="1000" kern="0" dirty="0">
                  <a:solidFill>
                    <a:srgbClr val="000000"/>
                  </a:solidFill>
                  <a:latin typeface="Arial" panose="020B0604020202020204" pitchFamily="34" charset="0"/>
                  <a:cs typeface="Arial" panose="020B0604020202020204" pitchFamily="34" charset="0"/>
                  <a:sym typeface="Arial" panose="020B0604020202020204"/>
                </a:rPr>
                <a:t>Frequency (ppm)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jg1NWM2ZmVjNjJjYzkyMzM3MzI3ZjFjYjFlZjcwZjM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52</TotalTime>
  <Words>51</Words>
  <Application>Microsoft Macintosh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Yanting Yang</dc:creator>
  <cp:lastModifiedBy>yyt01@student.ubc.ca</cp:lastModifiedBy>
  <cp:revision>12</cp:revision>
  <dcterms:created xsi:type="dcterms:W3CDTF">2023-12-16T20:41:00Z</dcterms:created>
  <dcterms:modified xsi:type="dcterms:W3CDTF">2025-02-28T22:14:57Z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06B458AA62424B658D48BE0F54A69BB9_12</vt:lpwstr>
  </property>
  <property fmtid="{D5CDD505-2E9C-101B-9397-08002B2CF9AE}" pid="3" name="KSOProductBuildVer">
    <vt:lpwstr>2052-12.1.0.15990</vt:lpwstr>
  </property>
</Properties>
</file>